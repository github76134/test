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305" r:id="rId3"/>
    <p:sldId id="257" r:id="rId4"/>
    <p:sldId id="306" r:id="rId5"/>
    <p:sldId id="294" r:id="rId6"/>
    <p:sldId id="295" r:id="rId7"/>
    <p:sldId id="296" r:id="rId8"/>
    <p:sldId id="304" r:id="rId9"/>
    <p:sldId id="297" r:id="rId10"/>
    <p:sldId id="299" r:id="rId11"/>
    <p:sldId id="300" r:id="rId12"/>
    <p:sldId id="301" r:id="rId13"/>
    <p:sldId id="289" r:id="rId14"/>
    <p:sldId id="291" r:id="rId15"/>
    <p:sldId id="292" r:id="rId16"/>
    <p:sldId id="293" r:id="rId17"/>
    <p:sldId id="307" r:id="rId18"/>
    <p:sldId id="309" r:id="rId19"/>
    <p:sldId id="312" r:id="rId20"/>
    <p:sldId id="308" r:id="rId21"/>
  </p:sldIdLst>
  <p:sldSz cx="9144000" cy="5143500" type="screen16x9"/>
  <p:notesSz cx="6858000" cy="9144000"/>
  <p:embeddedFontLst>
    <p:embeddedFont>
      <p:font typeface="Roboto" pitchFamily="2" charset="0"/>
      <p:regular r:id="rId23"/>
      <p:bold r:id="rId24"/>
      <p:italic r:id="rId25"/>
      <p:boldItalic r:id="rId26"/>
    </p:embeddedFont>
    <p:embeddedFont>
      <p:font typeface="Fira Sans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0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91" autoAdjust="0"/>
    <p:restoredTop sz="98077" autoAdjust="0"/>
  </p:normalViewPr>
  <p:slideViewPr>
    <p:cSldViewPr snapToGrid="0">
      <p:cViewPr>
        <p:scale>
          <a:sx n="100" d="100"/>
          <a:sy n="100" d="100"/>
        </p:scale>
        <p:origin x="-468" y="-24"/>
      </p:cViewPr>
      <p:guideLst>
        <p:guide orient="horz" pos="160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296721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93ec8204d7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93ec8204d7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 err="1" smtClean="0"/>
              <a:t>Kính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chào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chị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đã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đến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buổi</a:t>
            </a:r>
            <a:r>
              <a:rPr lang="en-US" baseline="0" dirty="0" smtClean="0"/>
              <a:t> </a:t>
            </a:r>
            <a:r>
              <a:rPr lang="vi-VN" sz="1100" b="1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demo kiểm thử tự động (Automation testing)</a:t>
            </a: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Như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chị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đã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biết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việc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mình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từ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trước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đến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nay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kiếm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tại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đang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hướng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thế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việc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tay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bằng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tự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đó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mục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đích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buổi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demo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ngày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hôm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baseline="0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Thì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hôm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nay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đến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buổi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demo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này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cho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anh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chị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về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cái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nhìn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bản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việc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người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việc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này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công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cụ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mình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sẽ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áp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thời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gian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sắp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tới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baseline="0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Thì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buổi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demo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ngày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hôm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nay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chuẩn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bị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một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số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như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</a:t>
            </a:r>
            <a:endParaRPr lang="vi-VN" sz="1100" b="1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956a935d7f_0_24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956a935d7f_0_24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pPr marL="158750" indent="0">
              <a:buNone/>
            </a:pPr>
            <a:endParaRPr lang="en-US" dirty="0" smtClean="0"/>
          </a:p>
          <a:p>
            <a:pPr marL="158750" indent="0">
              <a:buNone/>
            </a:pPr>
            <a:r>
              <a:rPr lang="en-US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những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khái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niệm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thì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đối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với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người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kiểm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thử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sẽ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có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các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đặc</a:t>
            </a:r>
            <a:r>
              <a:rPr lang="en-US" baseline="0" dirty="0" smtClean="0"/>
              <a:t> </a:t>
            </a:r>
            <a:r>
              <a:rPr lang="en-US" baseline="0" dirty="0" err="1" smtClean="0"/>
              <a:t>điểm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như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sau</a:t>
            </a:r>
            <a:r>
              <a:rPr lang="en-US" baseline="0" dirty="0" smtClean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701769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sz="1100" b="0" i="0" u="none" strike="noStrike" cap="none" dirty="0" smtClean="0">
              <a:solidFill>
                <a:srgbClr val="000000"/>
              </a:solidFill>
              <a:effectLst/>
              <a:latin typeface="Arial"/>
              <a:cs typeface="Arial"/>
              <a:sym typeface="Arial"/>
            </a:endParaRPr>
          </a:p>
          <a:p>
            <a:r>
              <a:rPr lang="en-US" sz="1100" b="0" i="0" u="none" strike="noStrike" cap="none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Để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thực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hiện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được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các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mục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tiêu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như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vậy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thì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người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thường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thực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hiện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việc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theo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2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cách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đó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là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: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bằng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tay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và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kiểm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thử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tự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baseline="0" dirty="0" err="1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động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cs typeface="Arial"/>
                <a:sym typeface="Arial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76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smtClean="0"/>
              <a:t>Selenium</a:t>
            </a:r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err="1" smtClean="0"/>
              <a:t>TestingWhiz</a:t>
            </a: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smtClean="0"/>
              <a:t> </a:t>
            </a:r>
            <a:r>
              <a:rPr lang="en-US" b="1" dirty="0" err="1" smtClean="0"/>
              <a:t>TestComplete</a:t>
            </a: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smtClean="0"/>
              <a:t> </a:t>
            </a:r>
            <a:r>
              <a:rPr lang="en-US" b="1" dirty="0" err="1" smtClean="0"/>
              <a:t>Sahi</a:t>
            </a: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smtClean="0"/>
              <a:t> Studio </a:t>
            </a:r>
            <a:r>
              <a:rPr lang="en-US" b="1" dirty="0" err="1" smtClean="0"/>
              <a:t>Katalon</a:t>
            </a: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endParaRPr lang="en-US" b="1" dirty="0" smtClean="0"/>
          </a:p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en-US" b="1" dirty="0" err="1" smtClean="0"/>
              <a:t>Tới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phần</a:t>
            </a:r>
            <a:r>
              <a:rPr lang="en-US" b="1" baseline="0" dirty="0" smtClean="0"/>
              <a:t> so </a:t>
            </a:r>
            <a:r>
              <a:rPr lang="en-US" b="1" baseline="0" dirty="0" err="1" smtClean="0"/>
              <a:t>sánh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giữa</a:t>
            </a:r>
            <a:r>
              <a:rPr lang="en-US" b="1" baseline="0" dirty="0" smtClean="0"/>
              <a:t> 2 </a:t>
            </a:r>
            <a:r>
              <a:rPr lang="en-US" b="1" baseline="0" dirty="0" err="1" smtClean="0"/>
              <a:t>cái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kiểm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thử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12267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318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7908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7926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vi-VN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Thanh Toolbar: chứa tất cả các tính năng quan trọng thường xuyên sử dụng để làm việc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997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vi-VN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Tests Explorer: các thư mục về cấu trúc dự án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419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vi-VN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Danh sách các bước trong test</a:t>
            </a:r>
            <a:r>
              <a:rPr lang="en-US" sz="1100" b="0" i="0" u="none" strike="noStrike" cap="none" baseline="0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vi-VN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450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indent="-298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tabLst/>
              <a:defRPr/>
            </a:pPr>
            <a:r>
              <a:rPr lang="vi-VN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và 5. Hiển thị các kết quả test, hỗ trợ chế độ Console và Log Viewer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761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566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Mở</a:t>
            </a:r>
            <a:r>
              <a:rPr lang="en-US" baseline="0" dirty="0" smtClean="0"/>
              <a:t> file excel </a:t>
            </a:r>
            <a:r>
              <a:rPr lang="en-US" baseline="0" dirty="0" err="1" smtClean="0"/>
              <a:t>về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danh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sách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pđt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84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457200" y="1431625"/>
            <a:ext cx="45630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457200" y="2910013"/>
            <a:ext cx="2845500" cy="8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>
            <a:spLocks noGrp="1"/>
          </p:cNvSpPr>
          <p:nvPr>
            <p:ph type="subTitle" idx="1"/>
          </p:nvPr>
        </p:nvSpPr>
        <p:spPr>
          <a:xfrm>
            <a:off x="3924300" y="2792443"/>
            <a:ext cx="3505200" cy="801900"/>
          </a:xfrm>
          <a:prstGeom prst="rect">
            <a:avLst/>
          </a:prstGeom>
        </p:spPr>
        <p:txBody>
          <a:bodyPr spcFirstLastPara="1" wrap="square" lIns="182875" tIns="182875" rIns="182875" bIns="1828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 b="1" dirty="0" smtClean="0">
                <a:solidFill>
                  <a:schemeClr val="bg1"/>
                </a:solidFill>
              </a:rPr>
              <a:t>Trong kiểm thử tự động</a:t>
            </a:r>
            <a:endParaRPr sz="2000" b="1" dirty="0">
              <a:solidFill>
                <a:schemeClr val="bg1"/>
              </a:solidFill>
            </a:endParaRPr>
          </a:p>
        </p:txBody>
      </p:sp>
      <p:pic>
        <p:nvPicPr>
          <p:cNvPr id="219" name="Picture 218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211019"/>
            <a:ext cx="1314450" cy="510023"/>
          </a:xfrm>
          <a:prstGeom prst="rect">
            <a:avLst/>
          </a:prstGeom>
        </p:spPr>
      </p:pic>
      <p:sp>
        <p:nvSpPr>
          <p:cNvPr id="220" name="TextBox 219"/>
          <p:cNvSpPr txBox="1"/>
          <p:nvPr/>
        </p:nvSpPr>
        <p:spPr>
          <a:xfrm>
            <a:off x="1152524" y="197822"/>
            <a:ext cx="799147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Arial" pitchFamily="34" charset="0"/>
              </a:rPr>
              <a:t>CÔNG TY CỔ PHẦN CÔNG NGHỆ XBOT</a:t>
            </a:r>
            <a:endParaRPr lang="ko-KR" altLang="en-US" sz="2800" b="1" dirty="0">
              <a:solidFill>
                <a:schemeClr val="bg1"/>
              </a:solidFill>
              <a:latin typeface="Roboto" panose="02000000000000000000" pitchFamily="2" charset="0"/>
              <a:cs typeface="Arial" pitchFamily="34" charset="0"/>
            </a:endParaRPr>
          </a:p>
        </p:txBody>
      </p:sp>
      <p:sp>
        <p:nvSpPr>
          <p:cNvPr id="222" name="Date Placeholder 15">
            <a:extLst>
              <a:ext uri="{FF2B5EF4-FFF2-40B4-BE49-F238E27FC236}">
                <a16:creationId xmlns:a16="http://schemas.microsoft.com/office/drawing/2014/main" xmlns="" id="{83DEA762-AFE8-B048-9954-7A5B8E3ECC3D}"/>
              </a:ext>
            </a:extLst>
          </p:cNvPr>
          <p:cNvSpPr txBox="1">
            <a:spLocks/>
          </p:cNvSpPr>
          <p:nvPr/>
        </p:nvSpPr>
        <p:spPr>
          <a:xfrm>
            <a:off x="8008298" y="4808099"/>
            <a:ext cx="1236173" cy="38564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E9958DE6-BF7E-4155-855C-1237A733B9B5}" type="datetime1">
              <a:rPr lang="vi-VN" b="1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/>
              <a:t>22/03/2021</a:t>
            </a:fld>
            <a:endParaRPr lang="en-US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841800"/>
          </a:xfrm>
        </p:spPr>
        <p:txBody>
          <a:bodyPr/>
          <a:lstStyle/>
          <a:p>
            <a:r>
              <a:rPr lang="en-US" dirty="0" err="1" smtClean="0">
                <a:latin typeface="Roboto" pitchFamily="2" charset="0"/>
                <a:ea typeface="Roboto" pitchFamily="2" charset="0"/>
              </a:rPr>
              <a:t>Nội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dung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 Placeholder 2"/>
          <p:cNvSpPr txBox="1">
            <a:spLocks/>
          </p:cNvSpPr>
          <p:nvPr/>
        </p:nvSpPr>
        <p:spPr>
          <a:xfrm>
            <a:off x="921300" y="752373"/>
            <a:ext cx="7289250" cy="41720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Quy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trình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xây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dựng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phần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mềm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/>
              <a:buAutoNum type="arabicPeriod"/>
            </a:pPr>
            <a:r>
              <a:rPr lang="en-US" sz="2400" dirty="0" err="1">
                <a:latin typeface="Roboto" pitchFamily="2" charset="0"/>
                <a:ea typeface="Roboto" pitchFamily="2" charset="0"/>
              </a:rPr>
              <a:t>Khái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quát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về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kiểm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sz="2400" dirty="0">
                <a:latin typeface="Roboto" pitchFamily="2" charset="0"/>
                <a:ea typeface="Roboto" pitchFamily="2" charset="0"/>
              </a:rPr>
              <a:t> </a:t>
            </a:r>
            <a:endParaRPr lang="en-US" sz="2400" dirty="0" smtClean="0">
              <a:latin typeface="Roboto" pitchFamily="2" charset="0"/>
              <a:ea typeface="Roboto" pitchFamily="2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Khái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quát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Tester (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người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)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Roboto" pitchFamily="2" charset="0"/>
                <a:ea typeface="Roboto" pitchFamily="2" charset="0"/>
              </a:rPr>
              <a:t>4.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bằng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tay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</a:p>
          <a:p>
            <a:pPr lvl="8">
              <a:lnSpc>
                <a:spcPct val="150000"/>
              </a:lnSpc>
            </a:pPr>
            <a:r>
              <a:rPr lang="en-US" sz="2400" dirty="0" smtClean="0">
                <a:latin typeface="Roboto" pitchFamily="2" charset="0"/>
                <a:ea typeface="Roboto" pitchFamily="2" charset="0"/>
              </a:rPr>
              <a:t>5.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tự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động</a:t>
            </a:r>
            <a:endParaRPr lang="en-US" sz="2400" dirty="0" smtClean="0">
              <a:latin typeface="Roboto" pitchFamily="2" charset="0"/>
              <a:ea typeface="Roboto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Roboto" pitchFamily="2" charset="0"/>
                <a:ea typeface="Roboto" pitchFamily="2" charset="0"/>
              </a:rPr>
              <a:t>6.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Tìm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hiểu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về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Katalon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Studio.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Roboto" pitchFamily="2" charset="0"/>
                <a:ea typeface="Roboto" pitchFamily="2" charset="0"/>
              </a:rPr>
              <a:t>7.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Chạy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ứng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400" dirty="0" err="1" smtClean="0">
                <a:latin typeface="Roboto" pitchFamily="2" charset="0"/>
                <a:ea typeface="Roboto" pitchFamily="2" charset="0"/>
              </a:rPr>
              <a:t>dụng</a:t>
            </a:r>
            <a:r>
              <a:rPr lang="en-US" sz="2400" dirty="0" smtClean="0">
                <a:latin typeface="Roboto" pitchFamily="2" charset="0"/>
                <a:ea typeface="Roboto" pitchFamily="2" charset="0"/>
              </a:rPr>
              <a:t>.</a:t>
            </a:r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pPr marL="342900" indent="-342900">
              <a:buAutoNum type="arabicPeriod"/>
            </a:pPr>
            <a:endParaRPr lang="en-US" dirty="0" smtClean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880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3" name="Google Shape;223;p28"/>
          <p:cNvCxnSpPr/>
          <p:nvPr/>
        </p:nvCxnSpPr>
        <p:spPr>
          <a:xfrm>
            <a:off x="2912275" y="1688475"/>
            <a:ext cx="5526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4" name="Google Shape;224;p28"/>
          <p:cNvGrpSpPr/>
          <p:nvPr/>
        </p:nvGrpSpPr>
        <p:grpSpPr>
          <a:xfrm>
            <a:off x="2138870" y="1267909"/>
            <a:ext cx="843144" cy="841130"/>
            <a:chOff x="3475793" y="1621832"/>
            <a:chExt cx="2517600" cy="2517600"/>
          </a:xfrm>
        </p:grpSpPr>
        <p:sp>
          <p:nvSpPr>
            <p:cNvPr id="225" name="Google Shape;225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226" name="Google Shape;226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227" name="Google Shape;227;p28"/>
          <p:cNvSpPr/>
          <p:nvPr/>
        </p:nvSpPr>
        <p:spPr>
          <a:xfrm>
            <a:off x="2261788" y="1385900"/>
            <a:ext cx="597300" cy="597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28" name="Google Shape;228;p28"/>
          <p:cNvSpPr/>
          <p:nvPr/>
        </p:nvSpPr>
        <p:spPr>
          <a:xfrm>
            <a:off x="3048238" y="1202188"/>
            <a:ext cx="3067800" cy="3067800"/>
          </a:xfrm>
          <a:prstGeom prst="ellipse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29" name="Google Shape;229;p28"/>
          <p:cNvSpPr/>
          <p:nvPr/>
        </p:nvSpPr>
        <p:spPr>
          <a:xfrm>
            <a:off x="3201675" y="1355599"/>
            <a:ext cx="2760900" cy="27609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71438" dist="85725" dir="5460000" algn="bl" rotWithShape="0">
              <a:schemeClr val="accent6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0" name="Google Shape;230;p28"/>
          <p:cNvSpPr/>
          <p:nvPr/>
        </p:nvSpPr>
        <p:spPr>
          <a:xfrm>
            <a:off x="3346800" y="1500723"/>
            <a:ext cx="2470800" cy="2470800"/>
          </a:xfrm>
          <a:prstGeom prst="ellipse">
            <a:avLst/>
          </a:prstGeom>
          <a:noFill/>
          <a:ln w="2857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2" name="Google Shape;232;p28"/>
          <p:cNvSpPr/>
          <p:nvPr/>
        </p:nvSpPr>
        <p:spPr>
          <a:xfrm>
            <a:off x="4403617" y="2708325"/>
            <a:ext cx="99552" cy="55653"/>
          </a:xfrm>
          <a:custGeom>
            <a:avLst/>
            <a:gdLst/>
            <a:ahLst/>
            <a:cxnLst/>
            <a:rect l="l" t="t" r="r" b="b"/>
            <a:pathLst>
              <a:path w="5980" h="3343" extrusionOk="0">
                <a:moveTo>
                  <a:pt x="2110" y="1"/>
                </a:moveTo>
                <a:lnTo>
                  <a:pt x="0" y="1232"/>
                </a:lnTo>
                <a:lnTo>
                  <a:pt x="3869" y="3342"/>
                </a:lnTo>
                <a:lnTo>
                  <a:pt x="5979" y="2111"/>
                </a:lnTo>
                <a:lnTo>
                  <a:pt x="21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3" name="Google Shape;233;p28"/>
          <p:cNvSpPr/>
          <p:nvPr/>
        </p:nvSpPr>
        <p:spPr>
          <a:xfrm>
            <a:off x="4318715" y="2658565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1" y="1232"/>
                </a:lnTo>
                <a:lnTo>
                  <a:pt x="3869" y="3518"/>
                </a:lnTo>
                <a:lnTo>
                  <a:pt x="5980" y="2287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4" name="Google Shape;234;p28"/>
          <p:cNvSpPr/>
          <p:nvPr/>
        </p:nvSpPr>
        <p:spPr>
          <a:xfrm>
            <a:off x="4907120" y="2998141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287" y="1"/>
                </a:moveTo>
                <a:lnTo>
                  <a:pt x="1" y="1232"/>
                </a:lnTo>
                <a:lnTo>
                  <a:pt x="4045" y="3518"/>
                </a:lnTo>
                <a:lnTo>
                  <a:pt x="6155" y="2287"/>
                </a:lnTo>
                <a:lnTo>
                  <a:pt x="228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5" name="Google Shape;235;p28"/>
          <p:cNvSpPr/>
          <p:nvPr/>
        </p:nvSpPr>
        <p:spPr>
          <a:xfrm>
            <a:off x="4825165" y="2951312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0"/>
                </a:moveTo>
                <a:lnTo>
                  <a:pt x="0" y="1231"/>
                </a:lnTo>
                <a:lnTo>
                  <a:pt x="3869" y="3517"/>
                </a:lnTo>
                <a:lnTo>
                  <a:pt x="5979" y="2110"/>
                </a:lnTo>
                <a:lnTo>
                  <a:pt x="21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4740263" y="2901536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1" y="1232"/>
                </a:lnTo>
                <a:lnTo>
                  <a:pt x="3869" y="3518"/>
                </a:lnTo>
                <a:lnTo>
                  <a:pt x="5979" y="2287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7" name="Google Shape;237;p28"/>
          <p:cNvSpPr/>
          <p:nvPr/>
        </p:nvSpPr>
        <p:spPr>
          <a:xfrm>
            <a:off x="4602671" y="2883972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287" y="1"/>
                </a:moveTo>
                <a:lnTo>
                  <a:pt x="1" y="1232"/>
                </a:lnTo>
                <a:lnTo>
                  <a:pt x="3869" y="3518"/>
                </a:lnTo>
                <a:lnTo>
                  <a:pt x="6155" y="2287"/>
                </a:lnTo>
                <a:lnTo>
                  <a:pt x="228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8" name="Google Shape;238;p28"/>
          <p:cNvSpPr/>
          <p:nvPr/>
        </p:nvSpPr>
        <p:spPr>
          <a:xfrm>
            <a:off x="4687573" y="2930819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0"/>
                </a:moveTo>
                <a:lnTo>
                  <a:pt x="0" y="1407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39" name="Google Shape;239;p28"/>
          <p:cNvSpPr/>
          <p:nvPr/>
        </p:nvSpPr>
        <p:spPr>
          <a:xfrm>
            <a:off x="4110871" y="2778594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0"/>
                </a:moveTo>
                <a:lnTo>
                  <a:pt x="1" y="1407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0" name="Google Shape;240;p28"/>
          <p:cNvSpPr/>
          <p:nvPr/>
        </p:nvSpPr>
        <p:spPr>
          <a:xfrm>
            <a:off x="4160647" y="2749311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1"/>
                </a:moveTo>
                <a:lnTo>
                  <a:pt x="0" y="1232"/>
                </a:lnTo>
                <a:lnTo>
                  <a:pt x="3869" y="3518"/>
                </a:lnTo>
                <a:lnTo>
                  <a:pt x="6155" y="2287"/>
                </a:lnTo>
                <a:lnTo>
                  <a:pt x="228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1" name="Google Shape;241;p28"/>
          <p:cNvSpPr/>
          <p:nvPr/>
        </p:nvSpPr>
        <p:spPr>
          <a:xfrm>
            <a:off x="4266025" y="2687848"/>
            <a:ext cx="99552" cy="58549"/>
          </a:xfrm>
          <a:custGeom>
            <a:avLst/>
            <a:gdLst/>
            <a:ahLst/>
            <a:cxnLst/>
            <a:rect l="l" t="t" r="r" b="b"/>
            <a:pathLst>
              <a:path w="5980" h="3517" extrusionOk="0">
                <a:moveTo>
                  <a:pt x="2111" y="0"/>
                </a:moveTo>
                <a:lnTo>
                  <a:pt x="1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4213336" y="2720045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0"/>
                </a:moveTo>
                <a:lnTo>
                  <a:pt x="0" y="1231"/>
                </a:lnTo>
                <a:lnTo>
                  <a:pt x="3869" y="3517"/>
                </a:lnTo>
                <a:lnTo>
                  <a:pt x="6155" y="2110"/>
                </a:lnTo>
                <a:lnTo>
                  <a:pt x="22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3" name="Google Shape;243;p28"/>
          <p:cNvSpPr/>
          <p:nvPr/>
        </p:nvSpPr>
        <p:spPr>
          <a:xfrm>
            <a:off x="4350928" y="2737608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0"/>
                </a:moveTo>
                <a:lnTo>
                  <a:pt x="0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4" name="Google Shape;244;p28"/>
          <p:cNvSpPr/>
          <p:nvPr/>
        </p:nvSpPr>
        <p:spPr>
          <a:xfrm>
            <a:off x="4298222" y="2766874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1" y="1232"/>
                </a:lnTo>
                <a:lnTo>
                  <a:pt x="3869" y="3518"/>
                </a:lnTo>
                <a:lnTo>
                  <a:pt x="5980" y="2287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5" name="Google Shape;245;p28"/>
          <p:cNvSpPr/>
          <p:nvPr/>
        </p:nvSpPr>
        <p:spPr>
          <a:xfrm>
            <a:off x="4435813" y="2787367"/>
            <a:ext cx="99552" cy="55636"/>
          </a:xfrm>
          <a:custGeom>
            <a:avLst/>
            <a:gdLst/>
            <a:ahLst/>
            <a:cxnLst/>
            <a:rect l="l" t="t" r="r" b="b"/>
            <a:pathLst>
              <a:path w="5980" h="3342" extrusionOk="0">
                <a:moveTo>
                  <a:pt x="2111" y="1"/>
                </a:moveTo>
                <a:lnTo>
                  <a:pt x="1" y="1232"/>
                </a:lnTo>
                <a:lnTo>
                  <a:pt x="3869" y="3342"/>
                </a:lnTo>
                <a:lnTo>
                  <a:pt x="5979" y="2111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6" name="Google Shape;246;p28"/>
          <p:cNvSpPr/>
          <p:nvPr/>
        </p:nvSpPr>
        <p:spPr>
          <a:xfrm>
            <a:off x="4383124" y="2816650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0"/>
                </a:moveTo>
                <a:lnTo>
                  <a:pt x="0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7" name="Google Shape;247;p28"/>
          <p:cNvSpPr/>
          <p:nvPr/>
        </p:nvSpPr>
        <p:spPr>
          <a:xfrm>
            <a:off x="4517785" y="2834213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0"/>
                </a:moveTo>
                <a:lnTo>
                  <a:pt x="0" y="1231"/>
                </a:lnTo>
                <a:lnTo>
                  <a:pt x="4045" y="3517"/>
                </a:lnTo>
                <a:lnTo>
                  <a:pt x="6155" y="2286"/>
                </a:lnTo>
                <a:lnTo>
                  <a:pt x="22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8" name="Google Shape;248;p28"/>
          <p:cNvSpPr/>
          <p:nvPr/>
        </p:nvSpPr>
        <p:spPr>
          <a:xfrm>
            <a:off x="4330434" y="2845916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1"/>
                </a:moveTo>
                <a:lnTo>
                  <a:pt x="0" y="1232"/>
                </a:lnTo>
                <a:lnTo>
                  <a:pt x="3869" y="3518"/>
                </a:lnTo>
                <a:lnTo>
                  <a:pt x="5979" y="2287"/>
                </a:lnTo>
                <a:lnTo>
                  <a:pt x="21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49" name="Google Shape;249;p28"/>
          <p:cNvSpPr/>
          <p:nvPr/>
        </p:nvSpPr>
        <p:spPr>
          <a:xfrm>
            <a:off x="4468009" y="2866409"/>
            <a:ext cx="99552" cy="55636"/>
          </a:xfrm>
          <a:custGeom>
            <a:avLst/>
            <a:gdLst/>
            <a:ahLst/>
            <a:cxnLst/>
            <a:rect l="l" t="t" r="r" b="b"/>
            <a:pathLst>
              <a:path w="5980" h="3342" extrusionOk="0">
                <a:moveTo>
                  <a:pt x="2111" y="1"/>
                </a:moveTo>
                <a:lnTo>
                  <a:pt x="1" y="1232"/>
                </a:lnTo>
                <a:lnTo>
                  <a:pt x="3870" y="3342"/>
                </a:lnTo>
                <a:lnTo>
                  <a:pt x="5980" y="2111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415320" y="2895692"/>
            <a:ext cx="99552" cy="58549"/>
          </a:xfrm>
          <a:custGeom>
            <a:avLst/>
            <a:gdLst/>
            <a:ahLst/>
            <a:cxnLst/>
            <a:rect l="l" t="t" r="r" b="b"/>
            <a:pathLst>
              <a:path w="5980" h="3517" extrusionOk="0">
                <a:moveTo>
                  <a:pt x="2111" y="0"/>
                </a:moveTo>
                <a:lnTo>
                  <a:pt x="1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00222" y="2945452"/>
            <a:ext cx="99535" cy="55636"/>
          </a:xfrm>
          <a:custGeom>
            <a:avLst/>
            <a:gdLst/>
            <a:ahLst/>
            <a:cxnLst/>
            <a:rect l="l" t="t" r="r" b="b"/>
            <a:pathLst>
              <a:path w="5979" h="3342" extrusionOk="0">
                <a:moveTo>
                  <a:pt x="2110" y="0"/>
                </a:moveTo>
                <a:lnTo>
                  <a:pt x="0" y="1231"/>
                </a:lnTo>
                <a:lnTo>
                  <a:pt x="3869" y="3341"/>
                </a:lnTo>
                <a:lnTo>
                  <a:pt x="5979" y="2111"/>
                </a:lnTo>
                <a:lnTo>
                  <a:pt x="21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2" name="Google Shape;252;p28"/>
          <p:cNvSpPr/>
          <p:nvPr/>
        </p:nvSpPr>
        <p:spPr>
          <a:xfrm>
            <a:off x="4582178" y="2992281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287" y="1"/>
                </a:moveTo>
                <a:lnTo>
                  <a:pt x="1" y="1232"/>
                </a:lnTo>
                <a:lnTo>
                  <a:pt x="3870" y="3518"/>
                </a:lnTo>
                <a:lnTo>
                  <a:pt x="6156" y="2287"/>
                </a:lnTo>
                <a:lnTo>
                  <a:pt x="228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3" name="Google Shape;253;p28"/>
          <p:cNvSpPr/>
          <p:nvPr/>
        </p:nvSpPr>
        <p:spPr>
          <a:xfrm>
            <a:off x="4634884" y="2963015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110" y="1"/>
                </a:moveTo>
                <a:lnTo>
                  <a:pt x="0" y="1231"/>
                </a:lnTo>
                <a:lnTo>
                  <a:pt x="3869" y="3517"/>
                </a:lnTo>
                <a:lnTo>
                  <a:pt x="6155" y="2286"/>
                </a:lnTo>
                <a:lnTo>
                  <a:pt x="21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4" name="Google Shape;254;p28"/>
          <p:cNvSpPr/>
          <p:nvPr/>
        </p:nvSpPr>
        <p:spPr>
          <a:xfrm>
            <a:off x="4719770" y="3009861"/>
            <a:ext cx="99552" cy="58549"/>
          </a:xfrm>
          <a:custGeom>
            <a:avLst/>
            <a:gdLst/>
            <a:ahLst/>
            <a:cxnLst/>
            <a:rect l="l" t="t" r="r" b="b"/>
            <a:pathLst>
              <a:path w="5980" h="3517" extrusionOk="0">
                <a:moveTo>
                  <a:pt x="2111" y="0"/>
                </a:moveTo>
                <a:lnTo>
                  <a:pt x="1" y="1407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5" name="Google Shape;255;p28"/>
          <p:cNvSpPr/>
          <p:nvPr/>
        </p:nvSpPr>
        <p:spPr>
          <a:xfrm>
            <a:off x="4784179" y="3167929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0" y="1"/>
                </a:moveTo>
                <a:lnTo>
                  <a:pt x="0" y="1407"/>
                </a:lnTo>
                <a:lnTo>
                  <a:pt x="3869" y="3518"/>
                </a:lnTo>
                <a:lnTo>
                  <a:pt x="5979" y="2287"/>
                </a:lnTo>
                <a:lnTo>
                  <a:pt x="21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6" name="Google Shape;256;p28"/>
          <p:cNvSpPr/>
          <p:nvPr/>
        </p:nvSpPr>
        <p:spPr>
          <a:xfrm>
            <a:off x="4836868" y="3138663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0"/>
                </a:moveTo>
                <a:lnTo>
                  <a:pt x="1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7" name="Google Shape;257;p28"/>
          <p:cNvSpPr/>
          <p:nvPr/>
        </p:nvSpPr>
        <p:spPr>
          <a:xfrm>
            <a:off x="4192843" y="2828353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1"/>
                </a:moveTo>
                <a:lnTo>
                  <a:pt x="0" y="1232"/>
                </a:lnTo>
                <a:lnTo>
                  <a:pt x="3869" y="3518"/>
                </a:lnTo>
                <a:lnTo>
                  <a:pt x="6155" y="2287"/>
                </a:lnTo>
                <a:lnTo>
                  <a:pt x="228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8" name="Google Shape;258;p28"/>
          <p:cNvSpPr/>
          <p:nvPr/>
        </p:nvSpPr>
        <p:spPr>
          <a:xfrm>
            <a:off x="4667080" y="3042057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111" y="0"/>
                </a:moveTo>
                <a:lnTo>
                  <a:pt x="0" y="1231"/>
                </a:lnTo>
                <a:lnTo>
                  <a:pt x="3869" y="3517"/>
                </a:lnTo>
                <a:lnTo>
                  <a:pt x="6155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59" name="Google Shape;259;p28"/>
          <p:cNvSpPr/>
          <p:nvPr/>
        </p:nvSpPr>
        <p:spPr>
          <a:xfrm>
            <a:off x="4277728" y="2878113"/>
            <a:ext cx="439128" cy="251777"/>
          </a:xfrm>
          <a:custGeom>
            <a:avLst/>
            <a:gdLst/>
            <a:ahLst/>
            <a:cxnLst/>
            <a:rect l="l" t="t" r="r" b="b"/>
            <a:pathLst>
              <a:path w="26378" h="15124" extrusionOk="0">
                <a:moveTo>
                  <a:pt x="2111" y="1"/>
                </a:moveTo>
                <a:lnTo>
                  <a:pt x="1" y="1232"/>
                </a:lnTo>
                <a:lnTo>
                  <a:pt x="24092" y="15124"/>
                </a:lnTo>
                <a:lnTo>
                  <a:pt x="26378" y="13893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4751982" y="3088887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1"/>
                </a:moveTo>
                <a:lnTo>
                  <a:pt x="0" y="1408"/>
                </a:lnTo>
                <a:lnTo>
                  <a:pt x="3869" y="3518"/>
                </a:lnTo>
                <a:lnTo>
                  <a:pt x="5979" y="2287"/>
                </a:lnTo>
                <a:lnTo>
                  <a:pt x="211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4699276" y="3121099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111" y="0"/>
                </a:moveTo>
                <a:lnTo>
                  <a:pt x="1" y="1231"/>
                </a:lnTo>
                <a:lnTo>
                  <a:pt x="3869" y="3517"/>
                </a:lnTo>
                <a:lnTo>
                  <a:pt x="6155" y="2286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4655377" y="2851776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0"/>
                </a:moveTo>
                <a:lnTo>
                  <a:pt x="0" y="1407"/>
                </a:lnTo>
                <a:lnTo>
                  <a:pt x="3869" y="3517"/>
                </a:lnTo>
                <a:lnTo>
                  <a:pt x="5979" y="2286"/>
                </a:lnTo>
                <a:lnTo>
                  <a:pt x="21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4570475" y="2804930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287" y="1"/>
                </a:moveTo>
                <a:lnTo>
                  <a:pt x="1" y="1232"/>
                </a:lnTo>
                <a:lnTo>
                  <a:pt x="3869" y="3518"/>
                </a:lnTo>
                <a:lnTo>
                  <a:pt x="6155" y="2287"/>
                </a:lnTo>
                <a:lnTo>
                  <a:pt x="228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485589" y="2755171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0"/>
                </a:moveTo>
                <a:lnTo>
                  <a:pt x="0" y="1231"/>
                </a:lnTo>
                <a:lnTo>
                  <a:pt x="4044" y="3517"/>
                </a:lnTo>
                <a:lnTo>
                  <a:pt x="6155" y="2286"/>
                </a:lnTo>
                <a:lnTo>
                  <a:pt x="22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4992023" y="3047917"/>
            <a:ext cx="102465" cy="58549"/>
          </a:xfrm>
          <a:custGeom>
            <a:avLst/>
            <a:gdLst/>
            <a:ahLst/>
            <a:cxnLst/>
            <a:rect l="l" t="t" r="r" b="b"/>
            <a:pathLst>
              <a:path w="6155" h="3517" extrusionOk="0">
                <a:moveTo>
                  <a:pt x="2286" y="0"/>
                </a:moveTo>
                <a:lnTo>
                  <a:pt x="0" y="1231"/>
                </a:lnTo>
                <a:lnTo>
                  <a:pt x="3869" y="3517"/>
                </a:lnTo>
                <a:lnTo>
                  <a:pt x="6155" y="2286"/>
                </a:lnTo>
                <a:lnTo>
                  <a:pt x="22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4889557" y="3109380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1" y="1232"/>
                </a:lnTo>
                <a:lnTo>
                  <a:pt x="3869" y="3518"/>
                </a:lnTo>
                <a:lnTo>
                  <a:pt x="5980" y="2111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4804672" y="3059620"/>
            <a:ext cx="99535" cy="58566"/>
          </a:xfrm>
          <a:custGeom>
            <a:avLst/>
            <a:gdLst/>
            <a:ahLst/>
            <a:cxnLst/>
            <a:rect l="l" t="t" r="r" b="b"/>
            <a:pathLst>
              <a:path w="5979" h="3518" extrusionOk="0">
                <a:moveTo>
                  <a:pt x="2110" y="0"/>
                </a:moveTo>
                <a:lnTo>
                  <a:pt x="0" y="1231"/>
                </a:lnTo>
                <a:lnTo>
                  <a:pt x="3869" y="3517"/>
                </a:lnTo>
                <a:lnTo>
                  <a:pt x="5979" y="2286"/>
                </a:lnTo>
                <a:lnTo>
                  <a:pt x="211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4857361" y="3030337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0" y="1232"/>
                </a:lnTo>
                <a:lnTo>
                  <a:pt x="3869" y="3518"/>
                </a:lnTo>
                <a:lnTo>
                  <a:pt x="5979" y="2111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69" name="Google Shape;269;p28"/>
          <p:cNvSpPr/>
          <p:nvPr/>
        </p:nvSpPr>
        <p:spPr>
          <a:xfrm>
            <a:off x="4772459" y="2980578"/>
            <a:ext cx="99552" cy="58566"/>
          </a:xfrm>
          <a:custGeom>
            <a:avLst/>
            <a:gdLst/>
            <a:ahLst/>
            <a:cxnLst/>
            <a:rect l="l" t="t" r="r" b="b"/>
            <a:pathLst>
              <a:path w="5980" h="3518" extrusionOk="0">
                <a:moveTo>
                  <a:pt x="2111" y="1"/>
                </a:moveTo>
                <a:lnTo>
                  <a:pt x="1" y="1231"/>
                </a:lnTo>
                <a:lnTo>
                  <a:pt x="3870" y="3517"/>
                </a:lnTo>
                <a:lnTo>
                  <a:pt x="5980" y="2287"/>
                </a:lnTo>
                <a:lnTo>
                  <a:pt x="2111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0" name="Google Shape;270;p28"/>
          <p:cNvSpPr/>
          <p:nvPr/>
        </p:nvSpPr>
        <p:spPr>
          <a:xfrm>
            <a:off x="4939333" y="3077183"/>
            <a:ext cx="102465" cy="58566"/>
          </a:xfrm>
          <a:custGeom>
            <a:avLst/>
            <a:gdLst/>
            <a:ahLst/>
            <a:cxnLst/>
            <a:rect l="l" t="t" r="r" b="b"/>
            <a:pathLst>
              <a:path w="6155" h="3518" extrusionOk="0">
                <a:moveTo>
                  <a:pt x="2286" y="0"/>
                </a:moveTo>
                <a:lnTo>
                  <a:pt x="0" y="1231"/>
                </a:lnTo>
                <a:lnTo>
                  <a:pt x="4045" y="3517"/>
                </a:lnTo>
                <a:lnTo>
                  <a:pt x="6155" y="2286"/>
                </a:lnTo>
                <a:lnTo>
                  <a:pt x="22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4549982" y="2913255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287" y="0"/>
                </a:moveTo>
                <a:lnTo>
                  <a:pt x="1" y="1231"/>
                </a:lnTo>
                <a:lnTo>
                  <a:pt x="3869" y="3517"/>
                </a:lnTo>
                <a:lnTo>
                  <a:pt x="6155" y="2286"/>
                </a:lnTo>
                <a:lnTo>
                  <a:pt x="228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2" name="Google Shape;272;p28"/>
          <p:cNvSpPr/>
          <p:nvPr/>
        </p:nvSpPr>
        <p:spPr>
          <a:xfrm>
            <a:off x="4245532" y="2799087"/>
            <a:ext cx="102482" cy="58566"/>
          </a:xfrm>
          <a:custGeom>
            <a:avLst/>
            <a:gdLst/>
            <a:ahLst/>
            <a:cxnLst/>
            <a:rect l="l" t="t" r="r" b="b"/>
            <a:pathLst>
              <a:path w="6156" h="3518" extrusionOk="0">
                <a:moveTo>
                  <a:pt x="2111" y="0"/>
                </a:moveTo>
                <a:lnTo>
                  <a:pt x="1" y="1231"/>
                </a:lnTo>
                <a:lnTo>
                  <a:pt x="3869" y="3517"/>
                </a:lnTo>
                <a:lnTo>
                  <a:pt x="6155" y="2110"/>
                </a:lnTo>
                <a:lnTo>
                  <a:pt x="211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3" name="Google Shape;273;p28"/>
          <p:cNvSpPr/>
          <p:nvPr/>
        </p:nvSpPr>
        <p:spPr>
          <a:xfrm>
            <a:off x="6780663" y="1812556"/>
            <a:ext cx="17" cy="17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692848" y="2889832"/>
            <a:ext cx="0" cy="17"/>
          </a:xfrm>
          <a:custGeom>
            <a:avLst/>
            <a:gdLst/>
            <a:ahLst/>
            <a:cxnLst/>
            <a:rect l="l" t="t" r="r" b="b"/>
            <a:pathLst>
              <a:path h="1" fill="none" extrusionOk="0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6637212" y="2722975"/>
            <a:ext cx="17" cy="17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lnTo>
                  <a:pt x="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6610876" y="3604110"/>
            <a:ext cx="140522" cy="137608"/>
          </a:xfrm>
          <a:custGeom>
            <a:avLst/>
            <a:gdLst/>
            <a:ahLst/>
            <a:cxnLst/>
            <a:rect l="l" t="t" r="r" b="b"/>
            <a:pathLst>
              <a:path w="8441" h="8266" extrusionOk="0">
                <a:moveTo>
                  <a:pt x="7386" y="528"/>
                </a:moveTo>
                <a:lnTo>
                  <a:pt x="7562" y="704"/>
                </a:lnTo>
                <a:lnTo>
                  <a:pt x="7738" y="1056"/>
                </a:lnTo>
                <a:lnTo>
                  <a:pt x="7738" y="7210"/>
                </a:lnTo>
                <a:lnTo>
                  <a:pt x="7562" y="7386"/>
                </a:lnTo>
                <a:lnTo>
                  <a:pt x="7386" y="7562"/>
                </a:lnTo>
                <a:lnTo>
                  <a:pt x="1055" y="7562"/>
                </a:lnTo>
                <a:lnTo>
                  <a:pt x="880" y="7386"/>
                </a:lnTo>
                <a:lnTo>
                  <a:pt x="704" y="7210"/>
                </a:lnTo>
                <a:lnTo>
                  <a:pt x="704" y="1056"/>
                </a:lnTo>
                <a:lnTo>
                  <a:pt x="880" y="704"/>
                </a:lnTo>
                <a:lnTo>
                  <a:pt x="1055" y="528"/>
                </a:lnTo>
                <a:close/>
                <a:moveTo>
                  <a:pt x="704" y="1"/>
                </a:moveTo>
                <a:lnTo>
                  <a:pt x="352" y="176"/>
                </a:lnTo>
                <a:lnTo>
                  <a:pt x="176" y="528"/>
                </a:lnTo>
                <a:lnTo>
                  <a:pt x="0" y="1056"/>
                </a:lnTo>
                <a:lnTo>
                  <a:pt x="0" y="7210"/>
                </a:lnTo>
                <a:lnTo>
                  <a:pt x="176" y="7562"/>
                </a:lnTo>
                <a:lnTo>
                  <a:pt x="352" y="7914"/>
                </a:lnTo>
                <a:lnTo>
                  <a:pt x="704" y="8090"/>
                </a:lnTo>
                <a:lnTo>
                  <a:pt x="1055" y="8265"/>
                </a:lnTo>
                <a:lnTo>
                  <a:pt x="7386" y="8265"/>
                </a:lnTo>
                <a:lnTo>
                  <a:pt x="7738" y="8090"/>
                </a:lnTo>
                <a:lnTo>
                  <a:pt x="8089" y="7914"/>
                </a:lnTo>
                <a:lnTo>
                  <a:pt x="8265" y="7562"/>
                </a:lnTo>
                <a:lnTo>
                  <a:pt x="8441" y="7210"/>
                </a:lnTo>
                <a:lnTo>
                  <a:pt x="8441" y="1056"/>
                </a:lnTo>
                <a:lnTo>
                  <a:pt x="8265" y="528"/>
                </a:lnTo>
                <a:lnTo>
                  <a:pt x="8089" y="176"/>
                </a:lnTo>
                <a:lnTo>
                  <a:pt x="77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6610876" y="3604110"/>
            <a:ext cx="140522" cy="137608"/>
          </a:xfrm>
          <a:custGeom>
            <a:avLst/>
            <a:gdLst/>
            <a:ahLst/>
            <a:cxnLst/>
            <a:rect l="l" t="t" r="r" b="b"/>
            <a:pathLst>
              <a:path w="8441" h="8266" fill="none" extrusionOk="0">
                <a:moveTo>
                  <a:pt x="7386" y="1"/>
                </a:moveTo>
                <a:lnTo>
                  <a:pt x="1055" y="1"/>
                </a:lnTo>
                <a:lnTo>
                  <a:pt x="1055" y="1"/>
                </a:lnTo>
                <a:lnTo>
                  <a:pt x="704" y="1"/>
                </a:lnTo>
                <a:lnTo>
                  <a:pt x="352" y="176"/>
                </a:lnTo>
                <a:lnTo>
                  <a:pt x="176" y="528"/>
                </a:lnTo>
                <a:lnTo>
                  <a:pt x="0" y="1056"/>
                </a:lnTo>
                <a:lnTo>
                  <a:pt x="0" y="7210"/>
                </a:lnTo>
                <a:lnTo>
                  <a:pt x="0" y="7210"/>
                </a:lnTo>
                <a:lnTo>
                  <a:pt x="176" y="7562"/>
                </a:lnTo>
                <a:lnTo>
                  <a:pt x="352" y="7914"/>
                </a:lnTo>
                <a:lnTo>
                  <a:pt x="704" y="8090"/>
                </a:lnTo>
                <a:lnTo>
                  <a:pt x="1055" y="8265"/>
                </a:lnTo>
                <a:lnTo>
                  <a:pt x="7386" y="8265"/>
                </a:lnTo>
                <a:lnTo>
                  <a:pt x="7386" y="8265"/>
                </a:lnTo>
                <a:lnTo>
                  <a:pt x="7738" y="8090"/>
                </a:lnTo>
                <a:lnTo>
                  <a:pt x="8089" y="7914"/>
                </a:lnTo>
                <a:lnTo>
                  <a:pt x="8265" y="7562"/>
                </a:lnTo>
                <a:lnTo>
                  <a:pt x="8441" y="7210"/>
                </a:lnTo>
                <a:lnTo>
                  <a:pt x="8441" y="1056"/>
                </a:lnTo>
                <a:lnTo>
                  <a:pt x="8441" y="1056"/>
                </a:lnTo>
                <a:lnTo>
                  <a:pt x="8265" y="528"/>
                </a:lnTo>
                <a:lnTo>
                  <a:pt x="8089" y="176"/>
                </a:lnTo>
                <a:lnTo>
                  <a:pt x="7738" y="1"/>
                </a:lnTo>
                <a:lnTo>
                  <a:pt x="7386" y="1"/>
                </a:lnTo>
                <a:lnTo>
                  <a:pt x="7386" y="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8" name="Google Shape;278;p28"/>
          <p:cNvSpPr/>
          <p:nvPr/>
        </p:nvSpPr>
        <p:spPr>
          <a:xfrm>
            <a:off x="6622579" y="3612900"/>
            <a:ext cx="117115" cy="117099"/>
          </a:xfrm>
          <a:custGeom>
            <a:avLst/>
            <a:gdLst/>
            <a:ahLst/>
            <a:cxnLst/>
            <a:rect l="l" t="t" r="r" b="b"/>
            <a:pathLst>
              <a:path w="7035" h="7034" fill="none" extrusionOk="0">
                <a:moveTo>
                  <a:pt x="7035" y="6682"/>
                </a:moveTo>
                <a:lnTo>
                  <a:pt x="7035" y="6682"/>
                </a:lnTo>
                <a:lnTo>
                  <a:pt x="6859" y="6858"/>
                </a:lnTo>
                <a:lnTo>
                  <a:pt x="6683" y="7034"/>
                </a:lnTo>
                <a:lnTo>
                  <a:pt x="352" y="7034"/>
                </a:lnTo>
                <a:lnTo>
                  <a:pt x="352" y="7034"/>
                </a:lnTo>
                <a:lnTo>
                  <a:pt x="177" y="6858"/>
                </a:lnTo>
                <a:lnTo>
                  <a:pt x="1" y="6682"/>
                </a:lnTo>
                <a:lnTo>
                  <a:pt x="1" y="528"/>
                </a:lnTo>
                <a:lnTo>
                  <a:pt x="1" y="528"/>
                </a:lnTo>
                <a:lnTo>
                  <a:pt x="177" y="176"/>
                </a:lnTo>
                <a:lnTo>
                  <a:pt x="352" y="0"/>
                </a:lnTo>
                <a:lnTo>
                  <a:pt x="6683" y="0"/>
                </a:lnTo>
                <a:lnTo>
                  <a:pt x="6683" y="0"/>
                </a:lnTo>
                <a:lnTo>
                  <a:pt x="6859" y="176"/>
                </a:lnTo>
                <a:lnTo>
                  <a:pt x="7035" y="528"/>
                </a:lnTo>
                <a:lnTo>
                  <a:pt x="7035" y="6682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79" name="Google Shape;279;p28"/>
          <p:cNvSpPr/>
          <p:nvPr/>
        </p:nvSpPr>
        <p:spPr>
          <a:xfrm>
            <a:off x="6739677" y="3724139"/>
            <a:ext cx="17" cy="17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0"/>
                </a:moveTo>
                <a:lnTo>
                  <a:pt x="1" y="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6610876" y="3762195"/>
            <a:ext cx="140522" cy="137592"/>
          </a:xfrm>
          <a:custGeom>
            <a:avLst/>
            <a:gdLst/>
            <a:ahLst/>
            <a:cxnLst/>
            <a:rect l="l" t="t" r="r" b="b"/>
            <a:pathLst>
              <a:path w="8441" h="8265" extrusionOk="0">
                <a:moveTo>
                  <a:pt x="4221" y="0"/>
                </a:moveTo>
                <a:lnTo>
                  <a:pt x="4045" y="176"/>
                </a:lnTo>
                <a:lnTo>
                  <a:pt x="3869" y="352"/>
                </a:lnTo>
                <a:lnTo>
                  <a:pt x="3869" y="3869"/>
                </a:lnTo>
                <a:lnTo>
                  <a:pt x="176" y="3869"/>
                </a:lnTo>
                <a:lnTo>
                  <a:pt x="0" y="4221"/>
                </a:lnTo>
                <a:lnTo>
                  <a:pt x="176" y="4396"/>
                </a:lnTo>
                <a:lnTo>
                  <a:pt x="3869" y="4396"/>
                </a:lnTo>
                <a:lnTo>
                  <a:pt x="3869" y="7913"/>
                </a:lnTo>
                <a:lnTo>
                  <a:pt x="4045" y="8265"/>
                </a:lnTo>
                <a:lnTo>
                  <a:pt x="4396" y="8265"/>
                </a:lnTo>
                <a:lnTo>
                  <a:pt x="4572" y="7913"/>
                </a:lnTo>
                <a:lnTo>
                  <a:pt x="4572" y="4396"/>
                </a:lnTo>
                <a:lnTo>
                  <a:pt x="8265" y="4396"/>
                </a:lnTo>
                <a:lnTo>
                  <a:pt x="8441" y="4221"/>
                </a:lnTo>
                <a:lnTo>
                  <a:pt x="8265" y="3869"/>
                </a:lnTo>
                <a:lnTo>
                  <a:pt x="4572" y="3869"/>
                </a:lnTo>
                <a:lnTo>
                  <a:pt x="4572" y="352"/>
                </a:lnTo>
                <a:lnTo>
                  <a:pt x="4396" y="176"/>
                </a:lnTo>
                <a:lnTo>
                  <a:pt x="42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6610876" y="3762195"/>
            <a:ext cx="140522" cy="137592"/>
          </a:xfrm>
          <a:custGeom>
            <a:avLst/>
            <a:gdLst/>
            <a:ahLst/>
            <a:cxnLst/>
            <a:rect l="l" t="t" r="r" b="b"/>
            <a:pathLst>
              <a:path w="8441" h="8265" fill="none" extrusionOk="0">
                <a:moveTo>
                  <a:pt x="8089" y="3869"/>
                </a:moveTo>
                <a:lnTo>
                  <a:pt x="4572" y="3869"/>
                </a:lnTo>
                <a:lnTo>
                  <a:pt x="4572" y="352"/>
                </a:lnTo>
                <a:lnTo>
                  <a:pt x="4572" y="352"/>
                </a:lnTo>
                <a:lnTo>
                  <a:pt x="4396" y="176"/>
                </a:lnTo>
                <a:lnTo>
                  <a:pt x="4221" y="0"/>
                </a:lnTo>
                <a:lnTo>
                  <a:pt x="4221" y="0"/>
                </a:lnTo>
                <a:lnTo>
                  <a:pt x="4045" y="176"/>
                </a:lnTo>
                <a:lnTo>
                  <a:pt x="3869" y="352"/>
                </a:lnTo>
                <a:lnTo>
                  <a:pt x="3869" y="3869"/>
                </a:lnTo>
                <a:lnTo>
                  <a:pt x="352" y="3869"/>
                </a:lnTo>
                <a:lnTo>
                  <a:pt x="352" y="3869"/>
                </a:lnTo>
                <a:lnTo>
                  <a:pt x="176" y="3869"/>
                </a:lnTo>
                <a:lnTo>
                  <a:pt x="0" y="4221"/>
                </a:lnTo>
                <a:lnTo>
                  <a:pt x="0" y="4221"/>
                </a:lnTo>
                <a:lnTo>
                  <a:pt x="176" y="4396"/>
                </a:lnTo>
                <a:lnTo>
                  <a:pt x="352" y="4396"/>
                </a:lnTo>
                <a:lnTo>
                  <a:pt x="3869" y="4396"/>
                </a:lnTo>
                <a:lnTo>
                  <a:pt x="3869" y="7913"/>
                </a:lnTo>
                <a:lnTo>
                  <a:pt x="3869" y="7913"/>
                </a:lnTo>
                <a:lnTo>
                  <a:pt x="4045" y="8265"/>
                </a:lnTo>
                <a:lnTo>
                  <a:pt x="4221" y="8265"/>
                </a:lnTo>
                <a:lnTo>
                  <a:pt x="4221" y="8265"/>
                </a:lnTo>
                <a:lnTo>
                  <a:pt x="4396" y="8265"/>
                </a:lnTo>
                <a:lnTo>
                  <a:pt x="4572" y="7913"/>
                </a:lnTo>
                <a:lnTo>
                  <a:pt x="4572" y="4396"/>
                </a:lnTo>
                <a:lnTo>
                  <a:pt x="8089" y="4396"/>
                </a:lnTo>
                <a:lnTo>
                  <a:pt x="8089" y="4396"/>
                </a:lnTo>
                <a:lnTo>
                  <a:pt x="8265" y="4396"/>
                </a:lnTo>
                <a:lnTo>
                  <a:pt x="8441" y="4221"/>
                </a:lnTo>
                <a:lnTo>
                  <a:pt x="8441" y="4221"/>
                </a:lnTo>
                <a:lnTo>
                  <a:pt x="8265" y="3869"/>
                </a:lnTo>
                <a:lnTo>
                  <a:pt x="8089" y="3869"/>
                </a:lnTo>
                <a:lnTo>
                  <a:pt x="8089" y="3869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82" name="Google Shape;282;p28"/>
          <p:cNvSpPr/>
          <p:nvPr/>
        </p:nvSpPr>
        <p:spPr>
          <a:xfrm>
            <a:off x="6745537" y="3826587"/>
            <a:ext cx="17" cy="17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0" y="1"/>
                </a:moveTo>
                <a:lnTo>
                  <a:pt x="0" y="1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83" name="Google Shape;283;p28"/>
          <p:cNvSpPr txBox="1">
            <a:spLocks noGrp="1"/>
          </p:cNvSpPr>
          <p:nvPr>
            <p:ph type="title"/>
          </p:nvPr>
        </p:nvSpPr>
        <p:spPr>
          <a:xfrm>
            <a:off x="447675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en-US" sz="2800" dirty="0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1. </a:t>
            </a:r>
            <a:r>
              <a:rPr lang="en-US" sz="2800" dirty="0" err="1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Quy</a:t>
            </a:r>
            <a:r>
              <a:rPr lang="en-US" sz="2800" dirty="0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trình</a:t>
            </a:r>
            <a:r>
              <a:rPr lang="en-US" sz="2800" dirty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xây</a:t>
            </a:r>
            <a:r>
              <a:rPr lang="en-US" sz="2800" dirty="0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dựng</a:t>
            </a:r>
            <a:r>
              <a:rPr lang="en-US" sz="2800" dirty="0" smtClean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phần</a:t>
            </a:r>
            <a:r>
              <a:rPr lang="en-US" sz="2800" dirty="0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Roboto" pitchFamily="2" charset="0"/>
                <a:ea typeface="Roboto" pitchFamily="2" charset="0"/>
              </a:rPr>
              <a:t>mềm</a:t>
            </a:r>
            <a:endParaRPr lang="en-US" sz="2800" dirty="0">
              <a:solidFill>
                <a:schemeClr val="dk1"/>
              </a:solidFill>
              <a:latin typeface="Roboto" pitchFamily="2" charset="0"/>
              <a:ea typeface="Roboto" pitchFamily="2" charset="0"/>
            </a:endParaRPr>
          </a:p>
        </p:txBody>
      </p:sp>
      <p:sp>
        <p:nvSpPr>
          <p:cNvPr id="287" name="Google Shape;287;p28"/>
          <p:cNvSpPr txBox="1"/>
          <p:nvPr/>
        </p:nvSpPr>
        <p:spPr>
          <a:xfrm>
            <a:off x="448475" y="2568150"/>
            <a:ext cx="1761304" cy="38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2.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Phân</a:t>
            </a: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tích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và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thiết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kế</a:t>
            </a:r>
            <a:endParaRPr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448474" y="3615900"/>
            <a:ext cx="1921687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3.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Lập</a:t>
            </a: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trình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,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viết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mã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lệnh</a:t>
            </a:r>
            <a:endParaRPr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7095300" y="1443800"/>
            <a:ext cx="16002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4.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Kiểm</a:t>
            </a: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tra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,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thử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nghiệm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phần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mềm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.</a:t>
            </a:r>
            <a:endParaRPr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7095300" y="2434767"/>
            <a:ext cx="16002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5.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Hoàn</a:t>
            </a: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thiện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,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đóng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gói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phần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mềm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.</a:t>
            </a:r>
            <a:endParaRPr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sp>
        <p:nvSpPr>
          <p:cNvPr id="295" name="Google Shape;295;p28"/>
          <p:cNvSpPr txBox="1"/>
          <p:nvPr/>
        </p:nvSpPr>
        <p:spPr>
          <a:xfrm>
            <a:off x="7095300" y="3673050"/>
            <a:ext cx="16002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6. </a:t>
            </a:r>
            <a:r>
              <a:rPr lang="en-US" sz="1200" dirty="0" err="1" smtClean="0">
                <a:latin typeface="Roboto" pitchFamily="2" charset="0"/>
                <a:ea typeface="Roboto" pitchFamily="2" charset="0"/>
                <a:cs typeface="Roboto"/>
              </a:rPr>
              <a:t>Cài</a:t>
            </a: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đặt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,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chuyển</a:t>
            </a:r>
            <a:r>
              <a:rPr lang="en-US" sz="1200" dirty="0">
                <a:latin typeface="Roboto" pitchFamily="2" charset="0"/>
                <a:ea typeface="Roboto" pitchFamily="2" charset="0"/>
                <a:cs typeface="Roboto"/>
              </a:rPr>
              <a:t> </a:t>
            </a:r>
            <a:r>
              <a:rPr lang="en-US" sz="1200" dirty="0" err="1">
                <a:latin typeface="Roboto" pitchFamily="2" charset="0"/>
                <a:ea typeface="Roboto" pitchFamily="2" charset="0"/>
                <a:cs typeface="Roboto"/>
              </a:rPr>
              <a:t>giao</a:t>
            </a:r>
            <a:endParaRPr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sp>
        <p:nvSpPr>
          <p:cNvPr id="296" name="Google Shape;296;p28"/>
          <p:cNvSpPr/>
          <p:nvPr/>
        </p:nvSpPr>
        <p:spPr>
          <a:xfrm rot="-5400000">
            <a:off x="3535125" y="1681200"/>
            <a:ext cx="2094000" cy="2094000"/>
          </a:xfrm>
          <a:prstGeom prst="arc">
            <a:avLst>
              <a:gd name="adj1" fmla="val 13987116"/>
              <a:gd name="adj2" fmla="val 20156083"/>
            </a:avLst>
          </a:prstGeom>
          <a:noFill/>
          <a:ln w="9525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297" name="Google Shape;297;p28"/>
          <p:cNvSpPr/>
          <p:nvPr/>
        </p:nvSpPr>
        <p:spPr>
          <a:xfrm rot="4606443">
            <a:off x="3535171" y="1681210"/>
            <a:ext cx="2094044" cy="2094044"/>
          </a:xfrm>
          <a:prstGeom prst="arc">
            <a:avLst>
              <a:gd name="adj1" fmla="val 13987116"/>
              <a:gd name="adj2" fmla="val 19885637"/>
            </a:avLst>
          </a:prstGeom>
          <a:noFill/>
          <a:ln w="9525" cap="rnd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298" name="Google Shape;298;p28"/>
          <p:cNvCxnSpPr/>
          <p:nvPr/>
        </p:nvCxnSpPr>
        <p:spPr>
          <a:xfrm rot="10800000" flipH="1">
            <a:off x="2912275" y="2715363"/>
            <a:ext cx="137400" cy="30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99" name="Google Shape;299;p28"/>
          <p:cNvGrpSpPr/>
          <p:nvPr/>
        </p:nvGrpSpPr>
        <p:grpSpPr>
          <a:xfrm>
            <a:off x="2138870" y="2295097"/>
            <a:ext cx="843144" cy="841130"/>
            <a:chOff x="3475793" y="1621832"/>
            <a:chExt cx="2517600" cy="2517600"/>
          </a:xfrm>
        </p:grpSpPr>
        <p:sp>
          <p:nvSpPr>
            <p:cNvPr id="300" name="Google Shape;300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01" name="Google Shape;301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02" name="Google Shape;302;p28"/>
          <p:cNvSpPr/>
          <p:nvPr/>
        </p:nvSpPr>
        <p:spPr>
          <a:xfrm>
            <a:off x="2261788" y="2413088"/>
            <a:ext cx="597300" cy="597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303" name="Google Shape;303;p28"/>
          <p:cNvCxnSpPr/>
          <p:nvPr/>
        </p:nvCxnSpPr>
        <p:spPr>
          <a:xfrm>
            <a:off x="2912275" y="3788538"/>
            <a:ext cx="552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4" name="Google Shape;304;p28"/>
          <p:cNvGrpSpPr/>
          <p:nvPr/>
        </p:nvGrpSpPr>
        <p:grpSpPr>
          <a:xfrm>
            <a:off x="2138870" y="3367972"/>
            <a:ext cx="843144" cy="841130"/>
            <a:chOff x="3475793" y="1621832"/>
            <a:chExt cx="2517600" cy="2517600"/>
          </a:xfrm>
        </p:grpSpPr>
        <p:sp>
          <p:nvSpPr>
            <p:cNvPr id="305" name="Google Shape;305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06" name="Google Shape;306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07" name="Google Shape;307;p28"/>
          <p:cNvSpPr/>
          <p:nvPr/>
        </p:nvSpPr>
        <p:spPr>
          <a:xfrm>
            <a:off x="2261788" y="3485963"/>
            <a:ext cx="597300" cy="5973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3912563" y="3876225"/>
            <a:ext cx="1337400" cy="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en-US" b="1" dirty="0">
              <a:solidFill>
                <a:schemeClr val="lt1"/>
              </a:solidFill>
              <a:latin typeface="Roboto" pitchFamily="2" charset="0"/>
              <a:ea typeface="Roboto" pitchFamily="2" charset="0"/>
              <a:cs typeface="Fira Sans"/>
            </a:endParaRPr>
          </a:p>
        </p:txBody>
      </p:sp>
      <p:cxnSp>
        <p:nvCxnSpPr>
          <p:cNvPr id="309" name="Google Shape;309;p28"/>
          <p:cNvCxnSpPr/>
          <p:nvPr/>
        </p:nvCxnSpPr>
        <p:spPr>
          <a:xfrm rot="10800000">
            <a:off x="5705157" y="1688475"/>
            <a:ext cx="5526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0" name="Google Shape;310;p28"/>
          <p:cNvGrpSpPr/>
          <p:nvPr/>
        </p:nvGrpSpPr>
        <p:grpSpPr>
          <a:xfrm flipH="1">
            <a:off x="6188018" y="1267909"/>
            <a:ext cx="843144" cy="841130"/>
            <a:chOff x="3475793" y="1621832"/>
            <a:chExt cx="2517600" cy="2517600"/>
          </a:xfrm>
        </p:grpSpPr>
        <p:sp>
          <p:nvSpPr>
            <p:cNvPr id="311" name="Google Shape;311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12" name="Google Shape;312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13" name="Google Shape;313;p28"/>
          <p:cNvSpPr/>
          <p:nvPr/>
        </p:nvSpPr>
        <p:spPr>
          <a:xfrm flipH="1">
            <a:off x="6310945" y="1385900"/>
            <a:ext cx="597300" cy="597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314" name="Google Shape;314;p28"/>
          <p:cNvCxnSpPr/>
          <p:nvPr/>
        </p:nvCxnSpPr>
        <p:spPr>
          <a:xfrm rot="10800000">
            <a:off x="6120357" y="2715363"/>
            <a:ext cx="137400" cy="3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5" name="Google Shape;315;p28"/>
          <p:cNvGrpSpPr/>
          <p:nvPr/>
        </p:nvGrpSpPr>
        <p:grpSpPr>
          <a:xfrm flipH="1">
            <a:off x="6188018" y="2295097"/>
            <a:ext cx="843144" cy="841130"/>
            <a:chOff x="3475793" y="1621832"/>
            <a:chExt cx="2517600" cy="2517600"/>
          </a:xfrm>
        </p:grpSpPr>
        <p:sp>
          <p:nvSpPr>
            <p:cNvPr id="316" name="Google Shape;316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17" name="Google Shape;317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18" name="Google Shape;318;p28"/>
          <p:cNvSpPr/>
          <p:nvPr/>
        </p:nvSpPr>
        <p:spPr>
          <a:xfrm flipH="1">
            <a:off x="6310945" y="2413088"/>
            <a:ext cx="597300" cy="597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cxnSp>
        <p:nvCxnSpPr>
          <p:cNvPr id="319" name="Google Shape;319;p28"/>
          <p:cNvCxnSpPr/>
          <p:nvPr/>
        </p:nvCxnSpPr>
        <p:spPr>
          <a:xfrm rot="10800000">
            <a:off x="5705157" y="3788538"/>
            <a:ext cx="5526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20" name="Google Shape;320;p28"/>
          <p:cNvGrpSpPr/>
          <p:nvPr/>
        </p:nvGrpSpPr>
        <p:grpSpPr>
          <a:xfrm flipH="1">
            <a:off x="6188018" y="3367972"/>
            <a:ext cx="843144" cy="841130"/>
            <a:chOff x="3475793" y="1621832"/>
            <a:chExt cx="2517600" cy="2517600"/>
          </a:xfrm>
        </p:grpSpPr>
        <p:sp>
          <p:nvSpPr>
            <p:cNvPr id="321" name="Google Shape;321;p28"/>
            <p:cNvSpPr/>
            <p:nvPr/>
          </p:nvSpPr>
          <p:spPr>
            <a:xfrm rot="-5400000">
              <a:off x="3687525" y="1833600"/>
              <a:ext cx="2094000" cy="2094000"/>
            </a:xfrm>
            <a:prstGeom prst="arc">
              <a:avLst>
                <a:gd name="adj1" fmla="val 13533910"/>
                <a:gd name="adj2" fmla="val 1112730"/>
              </a:avLst>
            </a:pr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22" name="Google Shape;322;p28"/>
            <p:cNvSpPr/>
            <p:nvPr/>
          </p:nvSpPr>
          <p:spPr>
            <a:xfrm rot="4606443">
              <a:off x="3687571" y="1833610"/>
              <a:ext cx="2094044" cy="2094044"/>
            </a:xfrm>
            <a:prstGeom prst="arc">
              <a:avLst>
                <a:gd name="adj1" fmla="val 14071410"/>
                <a:gd name="adj2" fmla="val 821868"/>
              </a:avLst>
            </a:pr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323" name="Google Shape;323;p28"/>
          <p:cNvSpPr/>
          <p:nvPr/>
        </p:nvSpPr>
        <p:spPr>
          <a:xfrm flipH="1">
            <a:off x="6310945" y="3485963"/>
            <a:ext cx="597300" cy="597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sp>
        <p:nvSpPr>
          <p:cNvPr id="335" name="Google Shape;335;p28"/>
          <p:cNvSpPr/>
          <p:nvPr/>
        </p:nvSpPr>
        <p:spPr>
          <a:xfrm>
            <a:off x="6500402" y="1509623"/>
            <a:ext cx="210530" cy="357700"/>
          </a:xfrm>
          <a:custGeom>
            <a:avLst/>
            <a:gdLst/>
            <a:ahLst/>
            <a:cxnLst/>
            <a:rect l="l" t="t" r="r" b="b"/>
            <a:pathLst>
              <a:path w="6609" h="11229" extrusionOk="0">
                <a:moveTo>
                  <a:pt x="3310" y="1941"/>
                </a:moveTo>
                <a:cubicBezTo>
                  <a:pt x="3632" y="1941"/>
                  <a:pt x="3918" y="2227"/>
                  <a:pt x="3918" y="2572"/>
                </a:cubicBezTo>
                <a:lnTo>
                  <a:pt x="3918" y="2882"/>
                </a:lnTo>
                <a:cubicBezTo>
                  <a:pt x="3918" y="3037"/>
                  <a:pt x="3799" y="3156"/>
                  <a:pt x="3644" y="3156"/>
                </a:cubicBezTo>
                <a:lnTo>
                  <a:pt x="2953" y="3156"/>
                </a:lnTo>
                <a:cubicBezTo>
                  <a:pt x="2798" y="3156"/>
                  <a:pt x="2679" y="3037"/>
                  <a:pt x="2679" y="2882"/>
                </a:cubicBezTo>
                <a:lnTo>
                  <a:pt x="2679" y="2572"/>
                </a:lnTo>
                <a:cubicBezTo>
                  <a:pt x="2679" y="2227"/>
                  <a:pt x="2965" y="1941"/>
                  <a:pt x="3310" y="1941"/>
                </a:cubicBezTo>
                <a:close/>
                <a:moveTo>
                  <a:pt x="3918" y="10371"/>
                </a:moveTo>
                <a:lnTo>
                  <a:pt x="3918" y="10633"/>
                </a:lnTo>
                <a:lnTo>
                  <a:pt x="3906" y="10633"/>
                </a:lnTo>
                <a:cubicBezTo>
                  <a:pt x="3906" y="10788"/>
                  <a:pt x="3787" y="10907"/>
                  <a:pt x="3632" y="10907"/>
                </a:cubicBezTo>
                <a:lnTo>
                  <a:pt x="2929" y="10907"/>
                </a:lnTo>
                <a:cubicBezTo>
                  <a:pt x="2787" y="10907"/>
                  <a:pt x="2668" y="10788"/>
                  <a:pt x="2668" y="10633"/>
                </a:cubicBezTo>
                <a:lnTo>
                  <a:pt x="2668" y="10371"/>
                </a:lnTo>
                <a:close/>
                <a:moveTo>
                  <a:pt x="2572" y="1"/>
                </a:moveTo>
                <a:cubicBezTo>
                  <a:pt x="1144" y="1"/>
                  <a:pt x="1" y="1156"/>
                  <a:pt x="1" y="2572"/>
                </a:cubicBezTo>
                <a:lnTo>
                  <a:pt x="1" y="2751"/>
                </a:lnTo>
                <a:cubicBezTo>
                  <a:pt x="1" y="2834"/>
                  <a:pt x="72" y="2918"/>
                  <a:pt x="167" y="2918"/>
                </a:cubicBezTo>
                <a:cubicBezTo>
                  <a:pt x="251" y="2918"/>
                  <a:pt x="334" y="2834"/>
                  <a:pt x="334" y="2751"/>
                </a:cubicBezTo>
                <a:lnTo>
                  <a:pt x="334" y="2572"/>
                </a:lnTo>
                <a:cubicBezTo>
                  <a:pt x="334" y="1334"/>
                  <a:pt x="1346" y="322"/>
                  <a:pt x="2572" y="322"/>
                </a:cubicBezTo>
                <a:lnTo>
                  <a:pt x="3132" y="322"/>
                </a:lnTo>
                <a:lnTo>
                  <a:pt x="3132" y="1632"/>
                </a:lnTo>
                <a:cubicBezTo>
                  <a:pt x="2679" y="1703"/>
                  <a:pt x="2334" y="2096"/>
                  <a:pt x="2334" y="2572"/>
                </a:cubicBezTo>
                <a:lnTo>
                  <a:pt x="2334" y="2882"/>
                </a:lnTo>
                <a:cubicBezTo>
                  <a:pt x="2334" y="3204"/>
                  <a:pt x="2608" y="3489"/>
                  <a:pt x="2953" y="3489"/>
                </a:cubicBezTo>
                <a:lnTo>
                  <a:pt x="3644" y="3489"/>
                </a:lnTo>
                <a:cubicBezTo>
                  <a:pt x="3977" y="3489"/>
                  <a:pt x="4263" y="3227"/>
                  <a:pt x="4263" y="2882"/>
                </a:cubicBezTo>
                <a:lnTo>
                  <a:pt x="4263" y="2572"/>
                </a:lnTo>
                <a:cubicBezTo>
                  <a:pt x="4263" y="2108"/>
                  <a:pt x="3918" y="1703"/>
                  <a:pt x="3465" y="1632"/>
                </a:cubicBezTo>
                <a:lnTo>
                  <a:pt x="3465" y="322"/>
                </a:lnTo>
                <a:lnTo>
                  <a:pt x="4025" y="322"/>
                </a:lnTo>
                <a:cubicBezTo>
                  <a:pt x="5251" y="322"/>
                  <a:pt x="6263" y="1334"/>
                  <a:pt x="6263" y="2572"/>
                </a:cubicBezTo>
                <a:lnTo>
                  <a:pt x="6263" y="3632"/>
                </a:lnTo>
                <a:lnTo>
                  <a:pt x="5882" y="3632"/>
                </a:lnTo>
                <a:cubicBezTo>
                  <a:pt x="5549" y="3632"/>
                  <a:pt x="5275" y="3894"/>
                  <a:pt x="5275" y="4239"/>
                </a:cubicBezTo>
                <a:lnTo>
                  <a:pt x="5275" y="4430"/>
                </a:lnTo>
                <a:cubicBezTo>
                  <a:pt x="5275" y="4525"/>
                  <a:pt x="5346" y="4597"/>
                  <a:pt x="5430" y="4597"/>
                </a:cubicBezTo>
                <a:cubicBezTo>
                  <a:pt x="5525" y="4597"/>
                  <a:pt x="5596" y="4525"/>
                  <a:pt x="5596" y="4430"/>
                </a:cubicBezTo>
                <a:lnTo>
                  <a:pt x="5596" y="4239"/>
                </a:lnTo>
                <a:cubicBezTo>
                  <a:pt x="5596" y="4085"/>
                  <a:pt x="5716" y="3966"/>
                  <a:pt x="5870" y="3966"/>
                </a:cubicBezTo>
                <a:lnTo>
                  <a:pt x="6251" y="3966"/>
                </a:lnTo>
                <a:lnTo>
                  <a:pt x="6251" y="7264"/>
                </a:lnTo>
                <a:lnTo>
                  <a:pt x="5870" y="7264"/>
                </a:lnTo>
                <a:cubicBezTo>
                  <a:pt x="5716" y="7264"/>
                  <a:pt x="5596" y="7144"/>
                  <a:pt x="5596" y="6990"/>
                </a:cubicBezTo>
                <a:lnTo>
                  <a:pt x="5596" y="5216"/>
                </a:lnTo>
                <a:cubicBezTo>
                  <a:pt x="5596" y="5132"/>
                  <a:pt x="5525" y="5061"/>
                  <a:pt x="5430" y="5061"/>
                </a:cubicBezTo>
                <a:cubicBezTo>
                  <a:pt x="5346" y="5061"/>
                  <a:pt x="5275" y="5132"/>
                  <a:pt x="5275" y="5216"/>
                </a:cubicBezTo>
                <a:lnTo>
                  <a:pt x="5275" y="6990"/>
                </a:lnTo>
                <a:cubicBezTo>
                  <a:pt x="5275" y="7323"/>
                  <a:pt x="5537" y="7597"/>
                  <a:pt x="5882" y="7597"/>
                </a:cubicBezTo>
                <a:lnTo>
                  <a:pt x="6263" y="7597"/>
                </a:lnTo>
                <a:lnTo>
                  <a:pt x="6263" y="8228"/>
                </a:lnTo>
                <a:cubicBezTo>
                  <a:pt x="6263" y="9228"/>
                  <a:pt x="5454" y="10038"/>
                  <a:pt x="4453" y="10038"/>
                </a:cubicBezTo>
                <a:lnTo>
                  <a:pt x="2144" y="10038"/>
                </a:lnTo>
                <a:cubicBezTo>
                  <a:pt x="1144" y="10038"/>
                  <a:pt x="334" y="9228"/>
                  <a:pt x="334" y="8228"/>
                </a:cubicBezTo>
                <a:lnTo>
                  <a:pt x="334" y="7597"/>
                </a:lnTo>
                <a:lnTo>
                  <a:pt x="715" y="7597"/>
                </a:lnTo>
                <a:cubicBezTo>
                  <a:pt x="1048" y="7597"/>
                  <a:pt x="1322" y="7335"/>
                  <a:pt x="1322" y="6990"/>
                </a:cubicBezTo>
                <a:lnTo>
                  <a:pt x="1322" y="6811"/>
                </a:lnTo>
                <a:cubicBezTo>
                  <a:pt x="1322" y="6728"/>
                  <a:pt x="1251" y="6644"/>
                  <a:pt x="1167" y="6644"/>
                </a:cubicBezTo>
                <a:cubicBezTo>
                  <a:pt x="1072" y="6644"/>
                  <a:pt x="1001" y="6728"/>
                  <a:pt x="1001" y="6811"/>
                </a:cubicBezTo>
                <a:lnTo>
                  <a:pt x="1001" y="6990"/>
                </a:lnTo>
                <a:cubicBezTo>
                  <a:pt x="1001" y="7144"/>
                  <a:pt x="882" y="7264"/>
                  <a:pt x="727" y="7264"/>
                </a:cubicBezTo>
                <a:lnTo>
                  <a:pt x="346" y="7264"/>
                </a:lnTo>
                <a:lnTo>
                  <a:pt x="346" y="3966"/>
                </a:lnTo>
                <a:lnTo>
                  <a:pt x="727" y="3966"/>
                </a:lnTo>
                <a:cubicBezTo>
                  <a:pt x="882" y="3966"/>
                  <a:pt x="1001" y="4085"/>
                  <a:pt x="1001" y="4239"/>
                </a:cubicBezTo>
                <a:lnTo>
                  <a:pt x="1001" y="6037"/>
                </a:lnTo>
                <a:cubicBezTo>
                  <a:pt x="1001" y="6132"/>
                  <a:pt x="1072" y="6204"/>
                  <a:pt x="1167" y="6204"/>
                </a:cubicBezTo>
                <a:cubicBezTo>
                  <a:pt x="1251" y="6204"/>
                  <a:pt x="1322" y="6132"/>
                  <a:pt x="1322" y="6037"/>
                </a:cubicBezTo>
                <a:lnTo>
                  <a:pt x="1322" y="4239"/>
                </a:lnTo>
                <a:cubicBezTo>
                  <a:pt x="1322" y="3906"/>
                  <a:pt x="1060" y="3620"/>
                  <a:pt x="715" y="3620"/>
                </a:cubicBezTo>
                <a:lnTo>
                  <a:pt x="334" y="3620"/>
                </a:lnTo>
                <a:lnTo>
                  <a:pt x="334" y="3501"/>
                </a:lnTo>
                <a:cubicBezTo>
                  <a:pt x="334" y="3418"/>
                  <a:pt x="251" y="3346"/>
                  <a:pt x="167" y="3346"/>
                </a:cubicBezTo>
                <a:cubicBezTo>
                  <a:pt x="72" y="3346"/>
                  <a:pt x="1" y="3418"/>
                  <a:pt x="1" y="3501"/>
                </a:cubicBezTo>
                <a:lnTo>
                  <a:pt x="1" y="8216"/>
                </a:lnTo>
                <a:cubicBezTo>
                  <a:pt x="1" y="9383"/>
                  <a:pt x="953" y="10347"/>
                  <a:pt x="2144" y="10347"/>
                </a:cubicBezTo>
                <a:lnTo>
                  <a:pt x="2334" y="10347"/>
                </a:lnTo>
                <a:lnTo>
                  <a:pt x="2334" y="10621"/>
                </a:lnTo>
                <a:cubicBezTo>
                  <a:pt x="2334" y="10943"/>
                  <a:pt x="2608" y="11228"/>
                  <a:pt x="2953" y="11228"/>
                </a:cubicBezTo>
                <a:lnTo>
                  <a:pt x="3644" y="11228"/>
                </a:lnTo>
                <a:cubicBezTo>
                  <a:pt x="3977" y="11228"/>
                  <a:pt x="4263" y="10966"/>
                  <a:pt x="4263" y="10621"/>
                </a:cubicBezTo>
                <a:lnTo>
                  <a:pt x="4263" y="10347"/>
                </a:lnTo>
                <a:lnTo>
                  <a:pt x="4465" y="10347"/>
                </a:lnTo>
                <a:cubicBezTo>
                  <a:pt x="5644" y="10347"/>
                  <a:pt x="6608" y="9407"/>
                  <a:pt x="6608" y="8216"/>
                </a:cubicBezTo>
                <a:lnTo>
                  <a:pt x="6608" y="2572"/>
                </a:lnTo>
                <a:cubicBezTo>
                  <a:pt x="6585" y="1156"/>
                  <a:pt x="5418" y="1"/>
                  <a:pt x="400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itchFamily="2" charset="0"/>
              <a:ea typeface="Roboto" pitchFamily="2" charset="0"/>
            </a:endParaRPr>
          </a:p>
        </p:txBody>
      </p:sp>
      <p:grpSp>
        <p:nvGrpSpPr>
          <p:cNvPr id="336" name="Google Shape;336;p28"/>
          <p:cNvGrpSpPr/>
          <p:nvPr/>
        </p:nvGrpSpPr>
        <p:grpSpPr>
          <a:xfrm>
            <a:off x="6426088" y="3618974"/>
            <a:ext cx="367013" cy="331278"/>
            <a:chOff x="3522521" y="1975857"/>
            <a:chExt cx="367013" cy="331278"/>
          </a:xfrm>
        </p:grpSpPr>
        <p:sp>
          <p:nvSpPr>
            <p:cNvPr id="337" name="Google Shape;337;p28"/>
            <p:cNvSpPr/>
            <p:nvPr/>
          </p:nvSpPr>
          <p:spPr>
            <a:xfrm>
              <a:off x="3665841" y="1975857"/>
              <a:ext cx="91302" cy="91682"/>
            </a:xfrm>
            <a:custGeom>
              <a:avLst/>
              <a:gdLst/>
              <a:ahLst/>
              <a:cxnLst/>
              <a:rect l="l" t="t" r="r" b="b"/>
              <a:pathLst>
                <a:path w="2882" h="2894" extrusionOk="0">
                  <a:moveTo>
                    <a:pt x="1429" y="703"/>
                  </a:moveTo>
                  <a:cubicBezTo>
                    <a:pt x="1846" y="703"/>
                    <a:pt x="2167" y="1036"/>
                    <a:pt x="2167" y="1453"/>
                  </a:cubicBezTo>
                  <a:cubicBezTo>
                    <a:pt x="2167" y="1870"/>
                    <a:pt x="1834" y="2191"/>
                    <a:pt x="1429" y="2191"/>
                  </a:cubicBezTo>
                  <a:cubicBezTo>
                    <a:pt x="1024" y="2191"/>
                    <a:pt x="679" y="1870"/>
                    <a:pt x="679" y="1453"/>
                  </a:cubicBezTo>
                  <a:cubicBezTo>
                    <a:pt x="679" y="1048"/>
                    <a:pt x="1013" y="703"/>
                    <a:pt x="1429" y="703"/>
                  </a:cubicBezTo>
                  <a:close/>
                  <a:moveTo>
                    <a:pt x="1441" y="0"/>
                  </a:moveTo>
                  <a:cubicBezTo>
                    <a:pt x="1358" y="0"/>
                    <a:pt x="1274" y="84"/>
                    <a:pt x="1274" y="167"/>
                  </a:cubicBezTo>
                  <a:lnTo>
                    <a:pt x="1274" y="393"/>
                  </a:lnTo>
                  <a:cubicBezTo>
                    <a:pt x="1096" y="417"/>
                    <a:pt x="953" y="476"/>
                    <a:pt x="822" y="584"/>
                  </a:cubicBezTo>
                  <a:lnTo>
                    <a:pt x="655" y="417"/>
                  </a:lnTo>
                  <a:cubicBezTo>
                    <a:pt x="626" y="387"/>
                    <a:pt x="581" y="372"/>
                    <a:pt x="536" y="372"/>
                  </a:cubicBezTo>
                  <a:cubicBezTo>
                    <a:pt x="492" y="372"/>
                    <a:pt x="447" y="387"/>
                    <a:pt x="417" y="417"/>
                  </a:cubicBezTo>
                  <a:cubicBezTo>
                    <a:pt x="358" y="476"/>
                    <a:pt x="358" y="596"/>
                    <a:pt x="417" y="655"/>
                  </a:cubicBezTo>
                  <a:lnTo>
                    <a:pt x="584" y="822"/>
                  </a:lnTo>
                  <a:cubicBezTo>
                    <a:pt x="477" y="953"/>
                    <a:pt x="417" y="1119"/>
                    <a:pt x="381" y="1286"/>
                  </a:cubicBezTo>
                  <a:lnTo>
                    <a:pt x="167" y="1286"/>
                  </a:lnTo>
                  <a:cubicBezTo>
                    <a:pt x="72" y="1286"/>
                    <a:pt x="0" y="1358"/>
                    <a:pt x="0" y="1453"/>
                  </a:cubicBezTo>
                  <a:cubicBezTo>
                    <a:pt x="0" y="1536"/>
                    <a:pt x="72" y="1608"/>
                    <a:pt x="167" y="1608"/>
                  </a:cubicBezTo>
                  <a:lnTo>
                    <a:pt x="381" y="1608"/>
                  </a:lnTo>
                  <a:cubicBezTo>
                    <a:pt x="417" y="1786"/>
                    <a:pt x="477" y="1941"/>
                    <a:pt x="584" y="2072"/>
                  </a:cubicBezTo>
                  <a:lnTo>
                    <a:pt x="417" y="2239"/>
                  </a:lnTo>
                  <a:cubicBezTo>
                    <a:pt x="358" y="2298"/>
                    <a:pt x="358" y="2417"/>
                    <a:pt x="417" y="2477"/>
                  </a:cubicBezTo>
                  <a:cubicBezTo>
                    <a:pt x="441" y="2501"/>
                    <a:pt x="489" y="2524"/>
                    <a:pt x="536" y="2524"/>
                  </a:cubicBezTo>
                  <a:cubicBezTo>
                    <a:pt x="572" y="2524"/>
                    <a:pt x="620" y="2501"/>
                    <a:pt x="655" y="2477"/>
                  </a:cubicBezTo>
                  <a:lnTo>
                    <a:pt x="810" y="2310"/>
                  </a:lnTo>
                  <a:cubicBezTo>
                    <a:pt x="953" y="2417"/>
                    <a:pt x="1108" y="2477"/>
                    <a:pt x="1274" y="2501"/>
                  </a:cubicBezTo>
                  <a:lnTo>
                    <a:pt x="1274" y="2727"/>
                  </a:lnTo>
                  <a:cubicBezTo>
                    <a:pt x="1274" y="2822"/>
                    <a:pt x="1346" y="2893"/>
                    <a:pt x="1441" y="2893"/>
                  </a:cubicBezTo>
                  <a:cubicBezTo>
                    <a:pt x="1536" y="2893"/>
                    <a:pt x="1608" y="2822"/>
                    <a:pt x="1608" y="2727"/>
                  </a:cubicBezTo>
                  <a:lnTo>
                    <a:pt x="1608" y="2501"/>
                  </a:lnTo>
                  <a:cubicBezTo>
                    <a:pt x="1786" y="2477"/>
                    <a:pt x="1929" y="2417"/>
                    <a:pt x="2072" y="2310"/>
                  </a:cubicBezTo>
                  <a:lnTo>
                    <a:pt x="2227" y="2477"/>
                  </a:lnTo>
                  <a:cubicBezTo>
                    <a:pt x="2263" y="2501"/>
                    <a:pt x="2310" y="2524"/>
                    <a:pt x="2346" y="2524"/>
                  </a:cubicBezTo>
                  <a:cubicBezTo>
                    <a:pt x="2394" y="2524"/>
                    <a:pt x="2441" y="2501"/>
                    <a:pt x="2465" y="2477"/>
                  </a:cubicBezTo>
                  <a:cubicBezTo>
                    <a:pt x="2525" y="2417"/>
                    <a:pt x="2525" y="2298"/>
                    <a:pt x="2465" y="2239"/>
                  </a:cubicBezTo>
                  <a:lnTo>
                    <a:pt x="2298" y="2072"/>
                  </a:lnTo>
                  <a:cubicBezTo>
                    <a:pt x="2406" y="1941"/>
                    <a:pt x="2465" y="1774"/>
                    <a:pt x="2501" y="1608"/>
                  </a:cubicBezTo>
                  <a:lnTo>
                    <a:pt x="2715" y="1608"/>
                  </a:lnTo>
                  <a:cubicBezTo>
                    <a:pt x="2810" y="1608"/>
                    <a:pt x="2882" y="1536"/>
                    <a:pt x="2882" y="1453"/>
                  </a:cubicBezTo>
                  <a:cubicBezTo>
                    <a:pt x="2882" y="1358"/>
                    <a:pt x="2810" y="1286"/>
                    <a:pt x="2727" y="1286"/>
                  </a:cubicBezTo>
                  <a:lnTo>
                    <a:pt x="2501" y="1286"/>
                  </a:lnTo>
                  <a:cubicBezTo>
                    <a:pt x="2465" y="1108"/>
                    <a:pt x="2406" y="953"/>
                    <a:pt x="2310" y="822"/>
                  </a:cubicBezTo>
                  <a:lnTo>
                    <a:pt x="2465" y="655"/>
                  </a:lnTo>
                  <a:cubicBezTo>
                    <a:pt x="2525" y="596"/>
                    <a:pt x="2525" y="476"/>
                    <a:pt x="2465" y="417"/>
                  </a:cubicBezTo>
                  <a:cubicBezTo>
                    <a:pt x="2435" y="387"/>
                    <a:pt x="2391" y="372"/>
                    <a:pt x="2346" y="372"/>
                  </a:cubicBezTo>
                  <a:cubicBezTo>
                    <a:pt x="2301" y="372"/>
                    <a:pt x="2257" y="387"/>
                    <a:pt x="2227" y="417"/>
                  </a:cubicBezTo>
                  <a:lnTo>
                    <a:pt x="2072" y="584"/>
                  </a:lnTo>
                  <a:cubicBezTo>
                    <a:pt x="1929" y="476"/>
                    <a:pt x="1775" y="417"/>
                    <a:pt x="1608" y="393"/>
                  </a:cubicBezTo>
                  <a:lnTo>
                    <a:pt x="1608" y="167"/>
                  </a:lnTo>
                  <a:cubicBezTo>
                    <a:pt x="1608" y="84"/>
                    <a:pt x="1536" y="0"/>
                    <a:pt x="14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3693751" y="2004147"/>
              <a:ext cx="34721" cy="35101"/>
            </a:xfrm>
            <a:custGeom>
              <a:avLst/>
              <a:gdLst/>
              <a:ahLst/>
              <a:cxnLst/>
              <a:rect l="l" t="t" r="r" b="b"/>
              <a:pathLst>
                <a:path w="1096" h="1108" extrusionOk="0">
                  <a:moveTo>
                    <a:pt x="548" y="345"/>
                  </a:moveTo>
                  <a:cubicBezTo>
                    <a:pt x="667" y="345"/>
                    <a:pt x="751" y="441"/>
                    <a:pt x="751" y="560"/>
                  </a:cubicBezTo>
                  <a:cubicBezTo>
                    <a:pt x="751" y="679"/>
                    <a:pt x="667" y="762"/>
                    <a:pt x="548" y="762"/>
                  </a:cubicBezTo>
                  <a:cubicBezTo>
                    <a:pt x="429" y="762"/>
                    <a:pt x="334" y="679"/>
                    <a:pt x="334" y="560"/>
                  </a:cubicBezTo>
                  <a:cubicBezTo>
                    <a:pt x="334" y="441"/>
                    <a:pt x="429" y="345"/>
                    <a:pt x="548" y="345"/>
                  </a:cubicBezTo>
                  <a:close/>
                  <a:moveTo>
                    <a:pt x="548" y="0"/>
                  </a:moveTo>
                  <a:cubicBezTo>
                    <a:pt x="251" y="0"/>
                    <a:pt x="1" y="262"/>
                    <a:pt x="1" y="560"/>
                  </a:cubicBezTo>
                  <a:cubicBezTo>
                    <a:pt x="1" y="857"/>
                    <a:pt x="251" y="1107"/>
                    <a:pt x="548" y="1107"/>
                  </a:cubicBezTo>
                  <a:cubicBezTo>
                    <a:pt x="846" y="1107"/>
                    <a:pt x="1096" y="857"/>
                    <a:pt x="1096" y="560"/>
                  </a:cubicBezTo>
                  <a:cubicBezTo>
                    <a:pt x="1096" y="262"/>
                    <a:pt x="846" y="0"/>
                    <a:pt x="5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3679052" y="2008297"/>
              <a:ext cx="210482" cy="228983"/>
            </a:xfrm>
            <a:custGeom>
              <a:avLst/>
              <a:gdLst/>
              <a:ahLst/>
              <a:cxnLst/>
              <a:rect l="l" t="t" r="r" b="b"/>
              <a:pathLst>
                <a:path w="6644" h="7228" extrusionOk="0">
                  <a:moveTo>
                    <a:pt x="4179" y="334"/>
                  </a:moveTo>
                  <a:lnTo>
                    <a:pt x="4179" y="762"/>
                  </a:lnTo>
                  <a:lnTo>
                    <a:pt x="4179" y="786"/>
                  </a:lnTo>
                  <a:cubicBezTo>
                    <a:pt x="4179" y="869"/>
                    <a:pt x="4239" y="941"/>
                    <a:pt x="4334" y="965"/>
                  </a:cubicBezTo>
                  <a:cubicBezTo>
                    <a:pt x="4596" y="988"/>
                    <a:pt x="4846" y="1107"/>
                    <a:pt x="5072" y="1274"/>
                  </a:cubicBezTo>
                  <a:cubicBezTo>
                    <a:pt x="5102" y="1299"/>
                    <a:pt x="5138" y="1311"/>
                    <a:pt x="5174" y="1311"/>
                  </a:cubicBezTo>
                  <a:cubicBezTo>
                    <a:pt x="5225" y="1311"/>
                    <a:pt x="5276" y="1287"/>
                    <a:pt x="5310" y="1238"/>
                  </a:cubicBezTo>
                  <a:lnTo>
                    <a:pt x="5322" y="1227"/>
                  </a:lnTo>
                  <a:lnTo>
                    <a:pt x="5620" y="929"/>
                  </a:lnTo>
                  <a:lnTo>
                    <a:pt x="5715" y="1024"/>
                  </a:lnTo>
                  <a:lnTo>
                    <a:pt x="5418" y="1322"/>
                  </a:lnTo>
                  <a:lnTo>
                    <a:pt x="5406" y="1334"/>
                  </a:lnTo>
                  <a:cubicBezTo>
                    <a:pt x="5322" y="1393"/>
                    <a:pt x="5322" y="1500"/>
                    <a:pt x="5370" y="1572"/>
                  </a:cubicBezTo>
                  <a:cubicBezTo>
                    <a:pt x="5537" y="1798"/>
                    <a:pt x="5632" y="2048"/>
                    <a:pt x="5679" y="2310"/>
                  </a:cubicBezTo>
                  <a:cubicBezTo>
                    <a:pt x="5703" y="2405"/>
                    <a:pt x="5775" y="2465"/>
                    <a:pt x="5858" y="2465"/>
                  </a:cubicBezTo>
                  <a:lnTo>
                    <a:pt x="6311" y="2465"/>
                  </a:lnTo>
                  <a:lnTo>
                    <a:pt x="6311" y="2572"/>
                  </a:lnTo>
                  <a:lnTo>
                    <a:pt x="5846" y="2572"/>
                  </a:lnTo>
                  <a:cubicBezTo>
                    <a:pt x="5763" y="2572"/>
                    <a:pt x="5679" y="2631"/>
                    <a:pt x="5668" y="2715"/>
                  </a:cubicBezTo>
                  <a:cubicBezTo>
                    <a:pt x="5632" y="2989"/>
                    <a:pt x="5525" y="3239"/>
                    <a:pt x="5358" y="3465"/>
                  </a:cubicBezTo>
                  <a:cubicBezTo>
                    <a:pt x="5298" y="3536"/>
                    <a:pt x="5310" y="3643"/>
                    <a:pt x="5382" y="3703"/>
                  </a:cubicBezTo>
                  <a:lnTo>
                    <a:pt x="5406" y="3715"/>
                  </a:lnTo>
                  <a:lnTo>
                    <a:pt x="5715" y="4024"/>
                  </a:lnTo>
                  <a:lnTo>
                    <a:pt x="5620" y="4120"/>
                  </a:lnTo>
                  <a:lnTo>
                    <a:pt x="5310" y="3798"/>
                  </a:lnTo>
                  <a:cubicBezTo>
                    <a:pt x="5310" y="3798"/>
                    <a:pt x="5310" y="3786"/>
                    <a:pt x="5298" y="3786"/>
                  </a:cubicBezTo>
                  <a:cubicBezTo>
                    <a:pt x="5266" y="3747"/>
                    <a:pt x="5218" y="3729"/>
                    <a:pt x="5171" y="3729"/>
                  </a:cubicBezTo>
                  <a:cubicBezTo>
                    <a:pt x="5132" y="3729"/>
                    <a:pt x="5092" y="3741"/>
                    <a:pt x="5060" y="3763"/>
                  </a:cubicBezTo>
                  <a:cubicBezTo>
                    <a:pt x="4846" y="3917"/>
                    <a:pt x="4584" y="4024"/>
                    <a:pt x="4310" y="4072"/>
                  </a:cubicBezTo>
                  <a:cubicBezTo>
                    <a:pt x="4227" y="4084"/>
                    <a:pt x="4167" y="4155"/>
                    <a:pt x="4167" y="4251"/>
                  </a:cubicBezTo>
                  <a:lnTo>
                    <a:pt x="4167" y="4263"/>
                  </a:lnTo>
                  <a:lnTo>
                    <a:pt x="4167" y="4715"/>
                  </a:lnTo>
                  <a:lnTo>
                    <a:pt x="4060" y="4715"/>
                  </a:lnTo>
                  <a:lnTo>
                    <a:pt x="4060" y="4275"/>
                  </a:lnTo>
                  <a:lnTo>
                    <a:pt x="4060" y="4263"/>
                  </a:lnTo>
                  <a:cubicBezTo>
                    <a:pt x="4060" y="4179"/>
                    <a:pt x="4001" y="4096"/>
                    <a:pt x="3917" y="4084"/>
                  </a:cubicBezTo>
                  <a:cubicBezTo>
                    <a:pt x="3644" y="4060"/>
                    <a:pt x="3393" y="3941"/>
                    <a:pt x="3167" y="3774"/>
                  </a:cubicBezTo>
                  <a:cubicBezTo>
                    <a:pt x="3136" y="3749"/>
                    <a:pt x="3099" y="3736"/>
                    <a:pt x="3061" y="3736"/>
                  </a:cubicBezTo>
                  <a:cubicBezTo>
                    <a:pt x="3012" y="3736"/>
                    <a:pt x="2963" y="3758"/>
                    <a:pt x="2929" y="3798"/>
                  </a:cubicBezTo>
                  <a:cubicBezTo>
                    <a:pt x="2929" y="3798"/>
                    <a:pt x="2929" y="3822"/>
                    <a:pt x="2917" y="3822"/>
                  </a:cubicBezTo>
                  <a:lnTo>
                    <a:pt x="2608" y="4132"/>
                  </a:lnTo>
                  <a:lnTo>
                    <a:pt x="2512" y="4036"/>
                  </a:lnTo>
                  <a:lnTo>
                    <a:pt x="2810" y="3739"/>
                  </a:lnTo>
                  <a:lnTo>
                    <a:pt x="2822" y="3727"/>
                  </a:lnTo>
                  <a:cubicBezTo>
                    <a:pt x="2822" y="3727"/>
                    <a:pt x="2846" y="3727"/>
                    <a:pt x="2846" y="3715"/>
                  </a:cubicBezTo>
                  <a:cubicBezTo>
                    <a:pt x="2917" y="3655"/>
                    <a:pt x="2917" y="3548"/>
                    <a:pt x="2870" y="3477"/>
                  </a:cubicBezTo>
                  <a:cubicBezTo>
                    <a:pt x="2703" y="3262"/>
                    <a:pt x="2608" y="3001"/>
                    <a:pt x="2560" y="2727"/>
                  </a:cubicBezTo>
                  <a:cubicBezTo>
                    <a:pt x="2548" y="2643"/>
                    <a:pt x="2465" y="2584"/>
                    <a:pt x="2381" y="2584"/>
                  </a:cubicBezTo>
                  <a:lnTo>
                    <a:pt x="1929" y="2584"/>
                  </a:lnTo>
                  <a:lnTo>
                    <a:pt x="1929" y="2465"/>
                  </a:lnTo>
                  <a:lnTo>
                    <a:pt x="2381" y="2465"/>
                  </a:lnTo>
                  <a:cubicBezTo>
                    <a:pt x="2465" y="2465"/>
                    <a:pt x="2548" y="2405"/>
                    <a:pt x="2560" y="2310"/>
                  </a:cubicBezTo>
                  <a:cubicBezTo>
                    <a:pt x="2584" y="2048"/>
                    <a:pt x="2703" y="1798"/>
                    <a:pt x="2870" y="1572"/>
                  </a:cubicBezTo>
                  <a:cubicBezTo>
                    <a:pt x="2929" y="1500"/>
                    <a:pt x="2917" y="1393"/>
                    <a:pt x="2846" y="1334"/>
                  </a:cubicBezTo>
                  <a:lnTo>
                    <a:pt x="2822" y="1322"/>
                  </a:lnTo>
                  <a:lnTo>
                    <a:pt x="2524" y="1024"/>
                  </a:lnTo>
                  <a:lnTo>
                    <a:pt x="2620" y="929"/>
                  </a:lnTo>
                  <a:lnTo>
                    <a:pt x="2917" y="1227"/>
                  </a:lnTo>
                  <a:lnTo>
                    <a:pt x="2929" y="1238"/>
                  </a:lnTo>
                  <a:cubicBezTo>
                    <a:pt x="2963" y="1286"/>
                    <a:pt x="3012" y="1306"/>
                    <a:pt x="3062" y="1306"/>
                  </a:cubicBezTo>
                  <a:cubicBezTo>
                    <a:pt x="3099" y="1306"/>
                    <a:pt x="3137" y="1295"/>
                    <a:pt x="3167" y="1274"/>
                  </a:cubicBezTo>
                  <a:cubicBezTo>
                    <a:pt x="3393" y="1107"/>
                    <a:pt x="3644" y="1000"/>
                    <a:pt x="3917" y="953"/>
                  </a:cubicBezTo>
                  <a:cubicBezTo>
                    <a:pt x="4001" y="941"/>
                    <a:pt x="4060" y="869"/>
                    <a:pt x="4060" y="774"/>
                  </a:cubicBezTo>
                  <a:lnTo>
                    <a:pt x="4060" y="762"/>
                  </a:lnTo>
                  <a:lnTo>
                    <a:pt x="4060" y="334"/>
                  </a:lnTo>
                  <a:close/>
                  <a:moveTo>
                    <a:pt x="3894" y="0"/>
                  </a:moveTo>
                  <a:cubicBezTo>
                    <a:pt x="3810" y="0"/>
                    <a:pt x="3739" y="84"/>
                    <a:pt x="3739" y="167"/>
                  </a:cubicBezTo>
                  <a:lnTo>
                    <a:pt x="3739" y="667"/>
                  </a:lnTo>
                  <a:cubicBezTo>
                    <a:pt x="3513" y="703"/>
                    <a:pt x="3298" y="798"/>
                    <a:pt x="3108" y="929"/>
                  </a:cubicBezTo>
                  <a:lnTo>
                    <a:pt x="2762" y="584"/>
                  </a:lnTo>
                  <a:cubicBezTo>
                    <a:pt x="2733" y="554"/>
                    <a:pt x="2688" y="539"/>
                    <a:pt x="2643" y="539"/>
                  </a:cubicBezTo>
                  <a:cubicBezTo>
                    <a:pt x="2599" y="539"/>
                    <a:pt x="2554" y="554"/>
                    <a:pt x="2524" y="584"/>
                  </a:cubicBezTo>
                  <a:lnTo>
                    <a:pt x="2203" y="917"/>
                  </a:lnTo>
                  <a:cubicBezTo>
                    <a:pt x="2167" y="941"/>
                    <a:pt x="2155" y="988"/>
                    <a:pt x="2155" y="1036"/>
                  </a:cubicBezTo>
                  <a:cubicBezTo>
                    <a:pt x="2155" y="1084"/>
                    <a:pt x="2167" y="1119"/>
                    <a:pt x="2203" y="1155"/>
                  </a:cubicBezTo>
                  <a:lnTo>
                    <a:pt x="2536" y="1500"/>
                  </a:lnTo>
                  <a:cubicBezTo>
                    <a:pt x="2417" y="1691"/>
                    <a:pt x="2334" y="1893"/>
                    <a:pt x="2274" y="2119"/>
                  </a:cubicBezTo>
                  <a:lnTo>
                    <a:pt x="1786" y="2119"/>
                  </a:lnTo>
                  <a:cubicBezTo>
                    <a:pt x="1691" y="2119"/>
                    <a:pt x="1619" y="2191"/>
                    <a:pt x="1619" y="2286"/>
                  </a:cubicBezTo>
                  <a:lnTo>
                    <a:pt x="1619" y="2751"/>
                  </a:lnTo>
                  <a:cubicBezTo>
                    <a:pt x="1619" y="2834"/>
                    <a:pt x="1691" y="2905"/>
                    <a:pt x="1786" y="2905"/>
                  </a:cubicBezTo>
                  <a:lnTo>
                    <a:pt x="2274" y="2905"/>
                  </a:lnTo>
                  <a:cubicBezTo>
                    <a:pt x="2322" y="3084"/>
                    <a:pt x="2381" y="3251"/>
                    <a:pt x="2465" y="3417"/>
                  </a:cubicBezTo>
                  <a:lnTo>
                    <a:pt x="1084" y="3417"/>
                  </a:lnTo>
                  <a:cubicBezTo>
                    <a:pt x="988" y="3417"/>
                    <a:pt x="917" y="3489"/>
                    <a:pt x="917" y="3584"/>
                  </a:cubicBezTo>
                  <a:cubicBezTo>
                    <a:pt x="917" y="3667"/>
                    <a:pt x="988" y="3739"/>
                    <a:pt x="1084" y="3739"/>
                  </a:cubicBezTo>
                  <a:lnTo>
                    <a:pt x="2334" y="3739"/>
                  </a:lnTo>
                  <a:lnTo>
                    <a:pt x="2203" y="3882"/>
                  </a:lnTo>
                  <a:cubicBezTo>
                    <a:pt x="2143" y="3941"/>
                    <a:pt x="2143" y="4060"/>
                    <a:pt x="2203" y="4120"/>
                  </a:cubicBezTo>
                  <a:lnTo>
                    <a:pt x="2524" y="4441"/>
                  </a:lnTo>
                  <a:cubicBezTo>
                    <a:pt x="2560" y="4477"/>
                    <a:pt x="2608" y="4489"/>
                    <a:pt x="2643" y="4489"/>
                  </a:cubicBezTo>
                  <a:cubicBezTo>
                    <a:pt x="2691" y="4489"/>
                    <a:pt x="2739" y="4477"/>
                    <a:pt x="2762" y="4441"/>
                  </a:cubicBezTo>
                  <a:lnTo>
                    <a:pt x="3108" y="4096"/>
                  </a:lnTo>
                  <a:cubicBezTo>
                    <a:pt x="3286" y="4215"/>
                    <a:pt x="3489" y="4310"/>
                    <a:pt x="3703" y="4358"/>
                  </a:cubicBezTo>
                  <a:lnTo>
                    <a:pt x="3703" y="4370"/>
                  </a:lnTo>
                  <a:lnTo>
                    <a:pt x="3703" y="5144"/>
                  </a:lnTo>
                  <a:lnTo>
                    <a:pt x="155" y="5144"/>
                  </a:lnTo>
                  <a:cubicBezTo>
                    <a:pt x="72" y="5144"/>
                    <a:pt x="0" y="5215"/>
                    <a:pt x="0" y="5310"/>
                  </a:cubicBezTo>
                  <a:cubicBezTo>
                    <a:pt x="0" y="5394"/>
                    <a:pt x="72" y="5465"/>
                    <a:pt x="155" y="5465"/>
                  </a:cubicBezTo>
                  <a:lnTo>
                    <a:pt x="4417" y="5465"/>
                  </a:lnTo>
                  <a:lnTo>
                    <a:pt x="4120" y="7037"/>
                  </a:lnTo>
                  <a:cubicBezTo>
                    <a:pt x="4108" y="7120"/>
                    <a:pt x="4167" y="7215"/>
                    <a:pt x="4251" y="7227"/>
                  </a:cubicBezTo>
                  <a:lnTo>
                    <a:pt x="4286" y="7227"/>
                  </a:lnTo>
                  <a:cubicBezTo>
                    <a:pt x="4358" y="7227"/>
                    <a:pt x="4429" y="7168"/>
                    <a:pt x="4441" y="7096"/>
                  </a:cubicBezTo>
                  <a:lnTo>
                    <a:pt x="4787" y="5322"/>
                  </a:lnTo>
                  <a:cubicBezTo>
                    <a:pt x="4798" y="5275"/>
                    <a:pt x="4787" y="5215"/>
                    <a:pt x="4763" y="5191"/>
                  </a:cubicBezTo>
                  <a:cubicBezTo>
                    <a:pt x="4727" y="5144"/>
                    <a:pt x="4679" y="5132"/>
                    <a:pt x="4620" y="5132"/>
                  </a:cubicBezTo>
                  <a:lnTo>
                    <a:pt x="4048" y="5132"/>
                  </a:lnTo>
                  <a:lnTo>
                    <a:pt x="4048" y="5013"/>
                  </a:lnTo>
                  <a:lnTo>
                    <a:pt x="4370" y="5013"/>
                  </a:lnTo>
                  <a:cubicBezTo>
                    <a:pt x="4465" y="5013"/>
                    <a:pt x="4536" y="4929"/>
                    <a:pt x="4536" y="4846"/>
                  </a:cubicBezTo>
                  <a:lnTo>
                    <a:pt x="4536" y="4358"/>
                  </a:lnTo>
                  <a:cubicBezTo>
                    <a:pt x="4763" y="4310"/>
                    <a:pt x="4965" y="4215"/>
                    <a:pt x="5168" y="4084"/>
                  </a:cubicBezTo>
                  <a:lnTo>
                    <a:pt x="5501" y="4429"/>
                  </a:lnTo>
                  <a:cubicBezTo>
                    <a:pt x="5537" y="4453"/>
                    <a:pt x="5584" y="4477"/>
                    <a:pt x="5620" y="4477"/>
                  </a:cubicBezTo>
                  <a:cubicBezTo>
                    <a:pt x="5668" y="4477"/>
                    <a:pt x="5715" y="4453"/>
                    <a:pt x="5739" y="4429"/>
                  </a:cubicBezTo>
                  <a:lnTo>
                    <a:pt x="6072" y="4096"/>
                  </a:lnTo>
                  <a:cubicBezTo>
                    <a:pt x="6096" y="4072"/>
                    <a:pt x="6108" y="4024"/>
                    <a:pt x="6108" y="3977"/>
                  </a:cubicBezTo>
                  <a:cubicBezTo>
                    <a:pt x="6108" y="3941"/>
                    <a:pt x="6096" y="3894"/>
                    <a:pt x="6072" y="3858"/>
                  </a:cubicBezTo>
                  <a:lnTo>
                    <a:pt x="5727" y="3524"/>
                  </a:lnTo>
                  <a:cubicBezTo>
                    <a:pt x="5846" y="3322"/>
                    <a:pt x="5930" y="3120"/>
                    <a:pt x="5989" y="2893"/>
                  </a:cubicBezTo>
                  <a:lnTo>
                    <a:pt x="6489" y="2893"/>
                  </a:lnTo>
                  <a:cubicBezTo>
                    <a:pt x="6572" y="2893"/>
                    <a:pt x="6644" y="2822"/>
                    <a:pt x="6644" y="2727"/>
                  </a:cubicBezTo>
                  <a:lnTo>
                    <a:pt x="6644" y="2274"/>
                  </a:lnTo>
                  <a:cubicBezTo>
                    <a:pt x="6632" y="2191"/>
                    <a:pt x="6561" y="2119"/>
                    <a:pt x="6477" y="2119"/>
                  </a:cubicBezTo>
                  <a:lnTo>
                    <a:pt x="5977" y="2119"/>
                  </a:lnTo>
                  <a:cubicBezTo>
                    <a:pt x="5941" y="1893"/>
                    <a:pt x="5846" y="1691"/>
                    <a:pt x="5715" y="1500"/>
                  </a:cubicBezTo>
                  <a:lnTo>
                    <a:pt x="6060" y="1155"/>
                  </a:lnTo>
                  <a:cubicBezTo>
                    <a:pt x="6084" y="1119"/>
                    <a:pt x="6096" y="1084"/>
                    <a:pt x="6096" y="1036"/>
                  </a:cubicBezTo>
                  <a:cubicBezTo>
                    <a:pt x="6096" y="988"/>
                    <a:pt x="6084" y="941"/>
                    <a:pt x="6060" y="917"/>
                  </a:cubicBezTo>
                  <a:lnTo>
                    <a:pt x="5727" y="584"/>
                  </a:lnTo>
                  <a:cubicBezTo>
                    <a:pt x="5697" y="554"/>
                    <a:pt x="5653" y="539"/>
                    <a:pt x="5608" y="539"/>
                  </a:cubicBezTo>
                  <a:cubicBezTo>
                    <a:pt x="5563" y="539"/>
                    <a:pt x="5519" y="554"/>
                    <a:pt x="5489" y="584"/>
                  </a:cubicBezTo>
                  <a:lnTo>
                    <a:pt x="5144" y="929"/>
                  </a:lnTo>
                  <a:cubicBezTo>
                    <a:pt x="4953" y="810"/>
                    <a:pt x="4751" y="726"/>
                    <a:pt x="4525" y="667"/>
                  </a:cubicBezTo>
                  <a:lnTo>
                    <a:pt x="4525" y="167"/>
                  </a:lnTo>
                  <a:cubicBezTo>
                    <a:pt x="4525" y="84"/>
                    <a:pt x="4453" y="0"/>
                    <a:pt x="43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3772951" y="2050907"/>
              <a:ext cx="73973" cy="73593"/>
            </a:xfrm>
            <a:custGeom>
              <a:avLst/>
              <a:gdLst/>
              <a:ahLst/>
              <a:cxnLst/>
              <a:rect l="l" t="t" r="r" b="b"/>
              <a:pathLst>
                <a:path w="2335" h="2323" extrusionOk="0">
                  <a:moveTo>
                    <a:pt x="1156" y="322"/>
                  </a:moveTo>
                  <a:cubicBezTo>
                    <a:pt x="1620" y="322"/>
                    <a:pt x="1989" y="703"/>
                    <a:pt x="1989" y="1167"/>
                  </a:cubicBezTo>
                  <a:cubicBezTo>
                    <a:pt x="1989" y="1620"/>
                    <a:pt x="1620" y="2001"/>
                    <a:pt x="1156" y="2001"/>
                  </a:cubicBezTo>
                  <a:cubicBezTo>
                    <a:pt x="691" y="2001"/>
                    <a:pt x="322" y="1620"/>
                    <a:pt x="322" y="1167"/>
                  </a:cubicBezTo>
                  <a:cubicBezTo>
                    <a:pt x="322" y="703"/>
                    <a:pt x="691" y="322"/>
                    <a:pt x="1156" y="322"/>
                  </a:cubicBezTo>
                  <a:close/>
                  <a:moveTo>
                    <a:pt x="1156" y="1"/>
                  </a:moveTo>
                  <a:cubicBezTo>
                    <a:pt x="513" y="1"/>
                    <a:pt x="1" y="524"/>
                    <a:pt x="1" y="1167"/>
                  </a:cubicBezTo>
                  <a:cubicBezTo>
                    <a:pt x="1" y="1798"/>
                    <a:pt x="513" y="2322"/>
                    <a:pt x="1156" y="2322"/>
                  </a:cubicBezTo>
                  <a:cubicBezTo>
                    <a:pt x="1799" y="2322"/>
                    <a:pt x="2323" y="1798"/>
                    <a:pt x="2323" y="1167"/>
                  </a:cubicBezTo>
                  <a:cubicBezTo>
                    <a:pt x="2334" y="524"/>
                    <a:pt x="1811" y="1"/>
                    <a:pt x="11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3790312" y="2069028"/>
              <a:ext cx="38491" cy="38491"/>
            </a:xfrm>
            <a:custGeom>
              <a:avLst/>
              <a:gdLst/>
              <a:ahLst/>
              <a:cxnLst/>
              <a:rect l="l" t="t" r="r" b="b"/>
              <a:pathLst>
                <a:path w="1215" h="1215" extrusionOk="0">
                  <a:moveTo>
                    <a:pt x="608" y="322"/>
                  </a:moveTo>
                  <a:cubicBezTo>
                    <a:pt x="763" y="322"/>
                    <a:pt x="882" y="441"/>
                    <a:pt x="882" y="595"/>
                  </a:cubicBezTo>
                  <a:cubicBezTo>
                    <a:pt x="882" y="738"/>
                    <a:pt x="763" y="857"/>
                    <a:pt x="608" y="857"/>
                  </a:cubicBezTo>
                  <a:cubicBezTo>
                    <a:pt x="465" y="857"/>
                    <a:pt x="346" y="738"/>
                    <a:pt x="346" y="595"/>
                  </a:cubicBezTo>
                  <a:cubicBezTo>
                    <a:pt x="346" y="441"/>
                    <a:pt x="465" y="322"/>
                    <a:pt x="608" y="322"/>
                  </a:cubicBezTo>
                  <a:close/>
                  <a:moveTo>
                    <a:pt x="608" y="0"/>
                  </a:moveTo>
                  <a:cubicBezTo>
                    <a:pt x="286" y="0"/>
                    <a:pt x="1" y="262"/>
                    <a:pt x="1" y="607"/>
                  </a:cubicBezTo>
                  <a:cubicBezTo>
                    <a:pt x="1" y="929"/>
                    <a:pt x="262" y="1215"/>
                    <a:pt x="608" y="1215"/>
                  </a:cubicBezTo>
                  <a:cubicBezTo>
                    <a:pt x="941" y="1215"/>
                    <a:pt x="1215" y="953"/>
                    <a:pt x="1215" y="607"/>
                  </a:cubicBezTo>
                  <a:cubicBezTo>
                    <a:pt x="1215" y="262"/>
                    <a:pt x="953" y="0"/>
                    <a:pt x="6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522521" y="2081447"/>
              <a:ext cx="294212" cy="225688"/>
            </a:xfrm>
            <a:custGeom>
              <a:avLst/>
              <a:gdLst/>
              <a:ahLst/>
              <a:cxnLst/>
              <a:rect l="l" t="t" r="r" b="b"/>
              <a:pathLst>
                <a:path w="9287" h="7124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lnTo>
                    <a:pt x="0" y="6954"/>
                  </a:lnTo>
                  <a:cubicBezTo>
                    <a:pt x="0" y="7121"/>
                    <a:pt x="143" y="7121"/>
                    <a:pt x="262" y="7121"/>
                  </a:cubicBezTo>
                  <a:cubicBezTo>
                    <a:pt x="351" y="7121"/>
                    <a:pt x="2483" y="7124"/>
                    <a:pt x="4603" y="7124"/>
                  </a:cubicBezTo>
                  <a:cubicBezTo>
                    <a:pt x="6724" y="7124"/>
                    <a:pt x="8835" y="7121"/>
                    <a:pt x="8882" y="7109"/>
                  </a:cubicBezTo>
                  <a:cubicBezTo>
                    <a:pt x="8942" y="7085"/>
                    <a:pt x="8989" y="7026"/>
                    <a:pt x="9001" y="6966"/>
                  </a:cubicBezTo>
                  <a:lnTo>
                    <a:pt x="9287" y="5466"/>
                  </a:lnTo>
                  <a:cubicBezTo>
                    <a:pt x="9275" y="5395"/>
                    <a:pt x="9216" y="5299"/>
                    <a:pt x="9120" y="5287"/>
                  </a:cubicBezTo>
                  <a:cubicBezTo>
                    <a:pt x="9113" y="5286"/>
                    <a:pt x="9106" y="5286"/>
                    <a:pt x="9099" y="5286"/>
                  </a:cubicBezTo>
                  <a:cubicBezTo>
                    <a:pt x="9021" y="5286"/>
                    <a:pt x="8941" y="5342"/>
                    <a:pt x="8930" y="5418"/>
                  </a:cubicBezTo>
                  <a:lnTo>
                    <a:pt x="8680" y="6788"/>
                  </a:lnTo>
                  <a:lnTo>
                    <a:pt x="357" y="6788"/>
                  </a:lnTo>
                  <a:lnTo>
                    <a:pt x="1036" y="3192"/>
                  </a:lnTo>
                  <a:lnTo>
                    <a:pt x="4429" y="3192"/>
                  </a:lnTo>
                  <a:cubicBezTo>
                    <a:pt x="4524" y="3192"/>
                    <a:pt x="4596" y="3120"/>
                    <a:pt x="4596" y="3025"/>
                  </a:cubicBezTo>
                  <a:cubicBezTo>
                    <a:pt x="4596" y="2930"/>
                    <a:pt x="4524" y="2858"/>
                    <a:pt x="4429" y="2858"/>
                  </a:cubicBezTo>
                  <a:lnTo>
                    <a:pt x="905" y="2858"/>
                  </a:lnTo>
                  <a:cubicBezTo>
                    <a:pt x="834" y="2858"/>
                    <a:pt x="750" y="2918"/>
                    <a:pt x="738" y="2989"/>
                  </a:cubicBezTo>
                  <a:lnTo>
                    <a:pt x="322" y="5168"/>
                  </a:lnTo>
                  <a:lnTo>
                    <a:pt x="322" y="334"/>
                  </a:lnTo>
                  <a:lnTo>
                    <a:pt x="2453" y="334"/>
                  </a:lnTo>
                  <a:lnTo>
                    <a:pt x="3536" y="1418"/>
                  </a:lnTo>
                  <a:cubicBezTo>
                    <a:pt x="3572" y="1442"/>
                    <a:pt x="3608" y="1465"/>
                    <a:pt x="3655" y="1465"/>
                  </a:cubicBezTo>
                  <a:lnTo>
                    <a:pt x="5358" y="1465"/>
                  </a:lnTo>
                  <a:cubicBezTo>
                    <a:pt x="5441" y="1465"/>
                    <a:pt x="5513" y="1394"/>
                    <a:pt x="5513" y="1299"/>
                  </a:cubicBezTo>
                  <a:cubicBezTo>
                    <a:pt x="5513" y="1204"/>
                    <a:pt x="5441" y="1132"/>
                    <a:pt x="5358" y="1132"/>
                  </a:cubicBezTo>
                  <a:lnTo>
                    <a:pt x="3727" y="1132"/>
                  </a:lnTo>
                  <a:lnTo>
                    <a:pt x="2643" y="49"/>
                  </a:lnTo>
                  <a:cubicBezTo>
                    <a:pt x="2619" y="13"/>
                    <a:pt x="2572" y="1"/>
                    <a:pt x="25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810682" y="2248812"/>
              <a:ext cx="1774" cy="253"/>
            </a:xfrm>
            <a:custGeom>
              <a:avLst/>
              <a:gdLst/>
              <a:ahLst/>
              <a:cxnLst/>
              <a:rect l="l" t="t" r="r" b="b"/>
              <a:pathLst>
                <a:path w="56" h="8" extrusionOk="0">
                  <a:moveTo>
                    <a:pt x="1" y="1"/>
                  </a:moveTo>
                  <a:cubicBezTo>
                    <a:pt x="1" y="1"/>
                    <a:pt x="7" y="2"/>
                    <a:pt x="24" y="4"/>
                  </a:cubicBezTo>
                  <a:cubicBezTo>
                    <a:pt x="44" y="7"/>
                    <a:pt x="52" y="8"/>
                    <a:pt x="53" y="8"/>
                  </a:cubicBezTo>
                  <a:cubicBezTo>
                    <a:pt x="55" y="8"/>
                    <a:pt x="3" y="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344" name="Google Shape;344;p28"/>
          <p:cNvGrpSpPr/>
          <p:nvPr/>
        </p:nvGrpSpPr>
        <p:grpSpPr>
          <a:xfrm>
            <a:off x="6425502" y="2546510"/>
            <a:ext cx="368185" cy="330454"/>
            <a:chOff x="2630824" y="1976966"/>
            <a:chExt cx="368185" cy="330454"/>
          </a:xfrm>
        </p:grpSpPr>
        <p:sp>
          <p:nvSpPr>
            <p:cNvPr id="345" name="Google Shape;345;p28"/>
            <p:cNvSpPr/>
            <p:nvPr/>
          </p:nvSpPr>
          <p:spPr>
            <a:xfrm>
              <a:off x="2630824" y="2059967"/>
              <a:ext cx="229743" cy="247072"/>
            </a:xfrm>
            <a:custGeom>
              <a:avLst/>
              <a:gdLst/>
              <a:ahLst/>
              <a:cxnLst/>
              <a:rect l="l" t="t" r="r" b="b"/>
              <a:pathLst>
                <a:path w="7252" h="7799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7632"/>
                  </a:lnTo>
                  <a:cubicBezTo>
                    <a:pt x="1" y="7727"/>
                    <a:pt x="72" y="7799"/>
                    <a:pt x="167" y="7799"/>
                  </a:cubicBezTo>
                  <a:lnTo>
                    <a:pt x="7085" y="7799"/>
                  </a:lnTo>
                  <a:cubicBezTo>
                    <a:pt x="7180" y="7799"/>
                    <a:pt x="7252" y="7727"/>
                    <a:pt x="7252" y="7632"/>
                  </a:cubicBezTo>
                  <a:cubicBezTo>
                    <a:pt x="7252" y="7549"/>
                    <a:pt x="7180" y="7454"/>
                    <a:pt x="7085" y="7454"/>
                  </a:cubicBezTo>
                  <a:lnTo>
                    <a:pt x="346" y="7454"/>
                  </a:lnTo>
                  <a:lnTo>
                    <a:pt x="346" y="322"/>
                  </a:lnTo>
                  <a:lnTo>
                    <a:pt x="2715" y="322"/>
                  </a:lnTo>
                  <a:lnTo>
                    <a:pt x="3906" y="1512"/>
                  </a:lnTo>
                  <a:cubicBezTo>
                    <a:pt x="3930" y="1548"/>
                    <a:pt x="3977" y="1560"/>
                    <a:pt x="4025" y="1560"/>
                  </a:cubicBezTo>
                  <a:lnTo>
                    <a:pt x="4597" y="1560"/>
                  </a:lnTo>
                  <a:cubicBezTo>
                    <a:pt x="4692" y="1560"/>
                    <a:pt x="4763" y="1489"/>
                    <a:pt x="4763" y="1393"/>
                  </a:cubicBezTo>
                  <a:cubicBezTo>
                    <a:pt x="4763" y="1310"/>
                    <a:pt x="4692" y="1239"/>
                    <a:pt x="4597" y="1239"/>
                  </a:cubicBezTo>
                  <a:lnTo>
                    <a:pt x="4073" y="1239"/>
                  </a:lnTo>
                  <a:lnTo>
                    <a:pt x="2882" y="48"/>
                  </a:lnTo>
                  <a:cubicBezTo>
                    <a:pt x="2858" y="12"/>
                    <a:pt x="2811" y="0"/>
                    <a:pt x="2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2792646" y="1976966"/>
              <a:ext cx="206364" cy="330454"/>
            </a:xfrm>
            <a:custGeom>
              <a:avLst/>
              <a:gdLst/>
              <a:ahLst/>
              <a:cxnLst/>
              <a:rect l="l" t="t" r="r" b="b"/>
              <a:pathLst>
                <a:path w="6514" h="10431" extrusionOk="0">
                  <a:moveTo>
                    <a:pt x="3894" y="1"/>
                  </a:moveTo>
                  <a:cubicBezTo>
                    <a:pt x="2453" y="1"/>
                    <a:pt x="1286" y="1180"/>
                    <a:pt x="1286" y="2608"/>
                  </a:cubicBezTo>
                  <a:cubicBezTo>
                    <a:pt x="1286" y="3061"/>
                    <a:pt x="1405" y="3513"/>
                    <a:pt x="1632" y="3882"/>
                  </a:cubicBezTo>
                  <a:lnTo>
                    <a:pt x="155" y="3882"/>
                  </a:lnTo>
                  <a:cubicBezTo>
                    <a:pt x="72" y="3882"/>
                    <a:pt x="1" y="3954"/>
                    <a:pt x="1" y="4049"/>
                  </a:cubicBezTo>
                  <a:cubicBezTo>
                    <a:pt x="1" y="4132"/>
                    <a:pt x="72" y="4216"/>
                    <a:pt x="155" y="4216"/>
                  </a:cubicBezTo>
                  <a:lnTo>
                    <a:pt x="1858" y="4216"/>
                  </a:lnTo>
                  <a:cubicBezTo>
                    <a:pt x="2334" y="4811"/>
                    <a:pt x="3072" y="5192"/>
                    <a:pt x="3894" y="5192"/>
                  </a:cubicBezTo>
                  <a:cubicBezTo>
                    <a:pt x="4061" y="5192"/>
                    <a:pt x="4227" y="5180"/>
                    <a:pt x="4382" y="5144"/>
                  </a:cubicBezTo>
                  <a:lnTo>
                    <a:pt x="4382" y="10109"/>
                  </a:lnTo>
                  <a:lnTo>
                    <a:pt x="2632" y="10109"/>
                  </a:lnTo>
                  <a:cubicBezTo>
                    <a:pt x="2537" y="10109"/>
                    <a:pt x="2465" y="10181"/>
                    <a:pt x="2465" y="10264"/>
                  </a:cubicBezTo>
                  <a:cubicBezTo>
                    <a:pt x="2465" y="10359"/>
                    <a:pt x="2537" y="10431"/>
                    <a:pt x="2632" y="10431"/>
                  </a:cubicBezTo>
                  <a:lnTo>
                    <a:pt x="4549" y="10431"/>
                  </a:lnTo>
                  <a:cubicBezTo>
                    <a:pt x="4644" y="10431"/>
                    <a:pt x="4715" y="10359"/>
                    <a:pt x="4715" y="10264"/>
                  </a:cubicBezTo>
                  <a:lnTo>
                    <a:pt x="4715" y="5061"/>
                  </a:lnTo>
                  <a:cubicBezTo>
                    <a:pt x="5061" y="4942"/>
                    <a:pt x="5382" y="4752"/>
                    <a:pt x="5656" y="4490"/>
                  </a:cubicBezTo>
                  <a:cubicBezTo>
                    <a:pt x="6132" y="4049"/>
                    <a:pt x="6430" y="3442"/>
                    <a:pt x="6466" y="2787"/>
                  </a:cubicBezTo>
                  <a:cubicBezTo>
                    <a:pt x="6513" y="2680"/>
                    <a:pt x="6442" y="2585"/>
                    <a:pt x="6358" y="2585"/>
                  </a:cubicBezTo>
                  <a:cubicBezTo>
                    <a:pt x="6263" y="2585"/>
                    <a:pt x="6168" y="2644"/>
                    <a:pt x="6168" y="2751"/>
                  </a:cubicBezTo>
                  <a:cubicBezTo>
                    <a:pt x="6085" y="3930"/>
                    <a:pt x="5096" y="4847"/>
                    <a:pt x="3906" y="4847"/>
                  </a:cubicBezTo>
                  <a:cubicBezTo>
                    <a:pt x="2656" y="4847"/>
                    <a:pt x="1644" y="3835"/>
                    <a:pt x="1644" y="2585"/>
                  </a:cubicBezTo>
                  <a:cubicBezTo>
                    <a:pt x="1644" y="1334"/>
                    <a:pt x="2656" y="322"/>
                    <a:pt x="3906" y="322"/>
                  </a:cubicBezTo>
                  <a:cubicBezTo>
                    <a:pt x="4977" y="322"/>
                    <a:pt x="5918" y="1084"/>
                    <a:pt x="6132" y="2144"/>
                  </a:cubicBezTo>
                  <a:cubicBezTo>
                    <a:pt x="6143" y="2220"/>
                    <a:pt x="6214" y="2277"/>
                    <a:pt x="6299" y="2277"/>
                  </a:cubicBezTo>
                  <a:cubicBezTo>
                    <a:pt x="6306" y="2277"/>
                    <a:pt x="6315" y="2276"/>
                    <a:pt x="6323" y="2275"/>
                  </a:cubicBezTo>
                  <a:cubicBezTo>
                    <a:pt x="6406" y="2263"/>
                    <a:pt x="6466" y="2168"/>
                    <a:pt x="6454" y="2085"/>
                  </a:cubicBezTo>
                  <a:cubicBezTo>
                    <a:pt x="6204" y="882"/>
                    <a:pt x="5132" y="1"/>
                    <a:pt x="38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2876376" y="2005256"/>
              <a:ext cx="78123" cy="91333"/>
            </a:xfrm>
            <a:custGeom>
              <a:avLst/>
              <a:gdLst/>
              <a:ahLst/>
              <a:cxnLst/>
              <a:rect l="l" t="t" r="r" b="b"/>
              <a:pathLst>
                <a:path w="2466" h="2883" extrusionOk="0">
                  <a:moveTo>
                    <a:pt x="1239" y="346"/>
                  </a:moveTo>
                  <a:cubicBezTo>
                    <a:pt x="1406" y="346"/>
                    <a:pt x="1537" y="477"/>
                    <a:pt x="1537" y="644"/>
                  </a:cubicBezTo>
                  <a:lnTo>
                    <a:pt x="1537" y="1061"/>
                  </a:lnTo>
                  <a:lnTo>
                    <a:pt x="941" y="1061"/>
                  </a:lnTo>
                  <a:lnTo>
                    <a:pt x="941" y="644"/>
                  </a:lnTo>
                  <a:cubicBezTo>
                    <a:pt x="941" y="477"/>
                    <a:pt x="1072" y="346"/>
                    <a:pt x="1239" y="346"/>
                  </a:cubicBezTo>
                  <a:close/>
                  <a:moveTo>
                    <a:pt x="2120" y="1394"/>
                  </a:moveTo>
                  <a:lnTo>
                    <a:pt x="2120" y="2561"/>
                  </a:lnTo>
                  <a:lnTo>
                    <a:pt x="358" y="2561"/>
                  </a:lnTo>
                  <a:lnTo>
                    <a:pt x="358" y="1394"/>
                  </a:lnTo>
                  <a:close/>
                  <a:moveTo>
                    <a:pt x="1227" y="1"/>
                  </a:moveTo>
                  <a:cubicBezTo>
                    <a:pt x="870" y="1"/>
                    <a:pt x="584" y="275"/>
                    <a:pt x="584" y="644"/>
                  </a:cubicBezTo>
                  <a:lnTo>
                    <a:pt x="584" y="1061"/>
                  </a:lnTo>
                  <a:lnTo>
                    <a:pt x="167" y="1061"/>
                  </a:lnTo>
                  <a:cubicBezTo>
                    <a:pt x="84" y="1061"/>
                    <a:pt x="1" y="1132"/>
                    <a:pt x="1" y="1215"/>
                  </a:cubicBezTo>
                  <a:lnTo>
                    <a:pt x="1" y="2727"/>
                  </a:lnTo>
                  <a:cubicBezTo>
                    <a:pt x="1" y="2811"/>
                    <a:pt x="84" y="2882"/>
                    <a:pt x="167" y="2882"/>
                  </a:cubicBezTo>
                  <a:lnTo>
                    <a:pt x="2263" y="2882"/>
                  </a:lnTo>
                  <a:cubicBezTo>
                    <a:pt x="2358" y="2882"/>
                    <a:pt x="2430" y="2811"/>
                    <a:pt x="2430" y="2727"/>
                  </a:cubicBezTo>
                  <a:lnTo>
                    <a:pt x="2430" y="1215"/>
                  </a:lnTo>
                  <a:cubicBezTo>
                    <a:pt x="2465" y="1132"/>
                    <a:pt x="2382" y="1061"/>
                    <a:pt x="2275" y="1061"/>
                  </a:cubicBezTo>
                  <a:lnTo>
                    <a:pt x="1870" y="1061"/>
                  </a:lnTo>
                  <a:lnTo>
                    <a:pt x="1870" y="644"/>
                  </a:lnTo>
                  <a:cubicBezTo>
                    <a:pt x="1870" y="287"/>
                    <a:pt x="1584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2715695" y="2177659"/>
              <a:ext cx="43782" cy="43402"/>
            </a:xfrm>
            <a:custGeom>
              <a:avLst/>
              <a:gdLst/>
              <a:ahLst/>
              <a:cxnLst/>
              <a:rect l="l" t="t" r="r" b="b"/>
              <a:pathLst>
                <a:path w="1382" h="1370" extrusionOk="0">
                  <a:moveTo>
                    <a:pt x="1048" y="345"/>
                  </a:moveTo>
                  <a:lnTo>
                    <a:pt x="1048" y="1048"/>
                  </a:lnTo>
                  <a:lnTo>
                    <a:pt x="346" y="1048"/>
                  </a:lnTo>
                  <a:lnTo>
                    <a:pt x="346" y="345"/>
                  </a:lnTo>
                  <a:close/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1215"/>
                  </a:lnTo>
                  <a:cubicBezTo>
                    <a:pt x="1" y="1298"/>
                    <a:pt x="72" y="1369"/>
                    <a:pt x="167" y="1369"/>
                  </a:cubicBezTo>
                  <a:lnTo>
                    <a:pt x="1203" y="1369"/>
                  </a:lnTo>
                  <a:cubicBezTo>
                    <a:pt x="1298" y="1369"/>
                    <a:pt x="1370" y="1298"/>
                    <a:pt x="1370" y="1215"/>
                  </a:cubicBezTo>
                  <a:lnTo>
                    <a:pt x="1370" y="167"/>
                  </a:lnTo>
                  <a:cubicBezTo>
                    <a:pt x="1382" y="83"/>
                    <a:pt x="1310" y="0"/>
                    <a:pt x="12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2770026" y="2177659"/>
              <a:ext cx="88292" cy="10581"/>
            </a:xfrm>
            <a:custGeom>
              <a:avLst/>
              <a:gdLst/>
              <a:ahLst/>
              <a:cxnLst/>
              <a:rect l="l" t="t" r="r" b="b"/>
              <a:pathLst>
                <a:path w="2787" h="334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3"/>
                    <a:pt x="167" y="333"/>
                  </a:cubicBezTo>
                  <a:lnTo>
                    <a:pt x="2620" y="333"/>
                  </a:lnTo>
                  <a:cubicBezTo>
                    <a:pt x="2703" y="333"/>
                    <a:pt x="2786" y="262"/>
                    <a:pt x="2786" y="167"/>
                  </a:cubicBezTo>
                  <a:cubicBezTo>
                    <a:pt x="2786" y="83"/>
                    <a:pt x="2703" y="0"/>
                    <a:pt x="26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2770026" y="2194227"/>
              <a:ext cx="88292" cy="10613"/>
            </a:xfrm>
            <a:custGeom>
              <a:avLst/>
              <a:gdLst/>
              <a:ahLst/>
              <a:cxnLst/>
              <a:rect l="l" t="t" r="r" b="b"/>
              <a:pathLst>
                <a:path w="2787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34"/>
                    <a:pt x="167" y="334"/>
                  </a:cubicBezTo>
                  <a:lnTo>
                    <a:pt x="2620" y="334"/>
                  </a:lnTo>
                  <a:cubicBezTo>
                    <a:pt x="2703" y="334"/>
                    <a:pt x="2786" y="251"/>
                    <a:pt x="2786" y="168"/>
                  </a:cubicBezTo>
                  <a:cubicBezTo>
                    <a:pt x="2786" y="72"/>
                    <a:pt x="2703" y="1"/>
                    <a:pt x="2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2770026" y="2210828"/>
              <a:ext cx="88292" cy="10233"/>
            </a:xfrm>
            <a:custGeom>
              <a:avLst/>
              <a:gdLst/>
              <a:ahLst/>
              <a:cxnLst/>
              <a:rect l="l" t="t" r="r" b="b"/>
              <a:pathLst>
                <a:path w="2787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2620" y="322"/>
                  </a:lnTo>
                  <a:cubicBezTo>
                    <a:pt x="2703" y="322"/>
                    <a:pt x="2786" y="251"/>
                    <a:pt x="2786" y="168"/>
                  </a:cubicBezTo>
                  <a:cubicBezTo>
                    <a:pt x="2786" y="72"/>
                    <a:pt x="2703" y="1"/>
                    <a:pt x="26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2908436" y="2058447"/>
              <a:ext cx="16252" cy="18913"/>
            </a:xfrm>
            <a:custGeom>
              <a:avLst/>
              <a:gdLst/>
              <a:ahLst/>
              <a:cxnLst/>
              <a:rect l="l" t="t" r="r" b="b"/>
              <a:pathLst>
                <a:path w="513" h="597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27"/>
                    <a:pt x="36" y="286"/>
                    <a:pt x="96" y="310"/>
                  </a:cubicBezTo>
                  <a:lnTo>
                    <a:pt x="96" y="429"/>
                  </a:lnTo>
                  <a:cubicBezTo>
                    <a:pt x="96" y="525"/>
                    <a:pt x="167" y="596"/>
                    <a:pt x="263" y="596"/>
                  </a:cubicBezTo>
                  <a:cubicBezTo>
                    <a:pt x="346" y="596"/>
                    <a:pt x="417" y="525"/>
                    <a:pt x="417" y="429"/>
                  </a:cubicBezTo>
                  <a:lnTo>
                    <a:pt x="417" y="310"/>
                  </a:lnTo>
                  <a:cubicBezTo>
                    <a:pt x="465" y="286"/>
                    <a:pt x="513" y="227"/>
                    <a:pt x="513" y="167"/>
                  </a:cubicBezTo>
                  <a:cubicBezTo>
                    <a:pt x="513" y="72"/>
                    <a:pt x="441" y="1"/>
                    <a:pt x="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353" name="Google Shape;353;p28"/>
          <p:cNvGrpSpPr/>
          <p:nvPr/>
        </p:nvGrpSpPr>
        <p:grpSpPr>
          <a:xfrm>
            <a:off x="3784930" y="1813150"/>
            <a:ext cx="1600166" cy="1638581"/>
            <a:chOff x="9334501" y="864691"/>
            <a:chExt cx="1600166" cy="1639729"/>
          </a:xfrm>
        </p:grpSpPr>
        <p:sp>
          <p:nvSpPr>
            <p:cNvPr id="354" name="Google Shape;354;p28"/>
            <p:cNvSpPr/>
            <p:nvPr/>
          </p:nvSpPr>
          <p:spPr>
            <a:xfrm>
              <a:off x="9334501" y="1929728"/>
              <a:ext cx="1549154" cy="574691"/>
            </a:xfrm>
            <a:custGeom>
              <a:avLst/>
              <a:gdLst/>
              <a:ahLst/>
              <a:cxnLst/>
              <a:rect l="l" t="t" r="r" b="b"/>
              <a:pathLst>
                <a:path w="197975" h="73443" extrusionOk="0">
                  <a:moveTo>
                    <a:pt x="0" y="1"/>
                  </a:moveTo>
                  <a:lnTo>
                    <a:pt x="0" y="3593"/>
                  </a:lnTo>
                  <a:lnTo>
                    <a:pt x="133" y="4524"/>
                  </a:lnTo>
                  <a:lnTo>
                    <a:pt x="532" y="5323"/>
                  </a:lnTo>
                  <a:lnTo>
                    <a:pt x="1197" y="6121"/>
                  </a:lnTo>
                  <a:lnTo>
                    <a:pt x="2262" y="6919"/>
                  </a:lnTo>
                  <a:lnTo>
                    <a:pt x="115352" y="72113"/>
                  </a:lnTo>
                  <a:lnTo>
                    <a:pt x="116417" y="72645"/>
                  </a:lnTo>
                  <a:lnTo>
                    <a:pt x="116550" y="72778"/>
                  </a:lnTo>
                  <a:lnTo>
                    <a:pt x="117348" y="73044"/>
                  </a:lnTo>
                  <a:lnTo>
                    <a:pt x="117614" y="73044"/>
                  </a:lnTo>
                  <a:lnTo>
                    <a:pt x="118146" y="73177"/>
                  </a:lnTo>
                  <a:lnTo>
                    <a:pt x="118279" y="73177"/>
                  </a:lnTo>
                  <a:lnTo>
                    <a:pt x="118412" y="73310"/>
                  </a:lnTo>
                  <a:lnTo>
                    <a:pt x="119078" y="73310"/>
                  </a:lnTo>
                  <a:lnTo>
                    <a:pt x="119211" y="73443"/>
                  </a:lnTo>
                  <a:lnTo>
                    <a:pt x="122271" y="73443"/>
                  </a:lnTo>
                  <a:lnTo>
                    <a:pt x="123202" y="73310"/>
                  </a:lnTo>
                  <a:lnTo>
                    <a:pt x="123468" y="73177"/>
                  </a:lnTo>
                  <a:lnTo>
                    <a:pt x="123867" y="73177"/>
                  </a:lnTo>
                  <a:lnTo>
                    <a:pt x="124133" y="73044"/>
                  </a:lnTo>
                  <a:lnTo>
                    <a:pt x="124532" y="72911"/>
                  </a:lnTo>
                  <a:lnTo>
                    <a:pt x="124799" y="72911"/>
                  </a:lnTo>
                  <a:lnTo>
                    <a:pt x="125464" y="72645"/>
                  </a:lnTo>
                  <a:lnTo>
                    <a:pt x="125597" y="72512"/>
                  </a:lnTo>
                  <a:lnTo>
                    <a:pt x="126395" y="72113"/>
                  </a:lnTo>
                  <a:lnTo>
                    <a:pt x="197176" y="31001"/>
                  </a:lnTo>
                  <a:lnTo>
                    <a:pt x="197309" y="30868"/>
                  </a:lnTo>
                  <a:lnTo>
                    <a:pt x="197576" y="30735"/>
                  </a:lnTo>
                  <a:lnTo>
                    <a:pt x="197709" y="30602"/>
                  </a:lnTo>
                  <a:lnTo>
                    <a:pt x="197709" y="30469"/>
                  </a:lnTo>
                  <a:lnTo>
                    <a:pt x="197842" y="30469"/>
                  </a:lnTo>
                  <a:lnTo>
                    <a:pt x="197842" y="30336"/>
                  </a:lnTo>
                  <a:lnTo>
                    <a:pt x="197842" y="30203"/>
                  </a:lnTo>
                  <a:lnTo>
                    <a:pt x="197975" y="30203"/>
                  </a:lnTo>
                  <a:lnTo>
                    <a:pt x="197975" y="30069"/>
                  </a:lnTo>
                  <a:lnTo>
                    <a:pt x="197975" y="29936"/>
                  </a:lnTo>
                  <a:lnTo>
                    <a:pt x="197975" y="26477"/>
                  </a:lnTo>
                  <a:lnTo>
                    <a:pt x="197842" y="26743"/>
                  </a:lnTo>
                  <a:lnTo>
                    <a:pt x="197709" y="26876"/>
                  </a:lnTo>
                  <a:lnTo>
                    <a:pt x="197576" y="27009"/>
                  </a:lnTo>
                  <a:lnTo>
                    <a:pt x="197309" y="27142"/>
                  </a:lnTo>
                  <a:lnTo>
                    <a:pt x="197176" y="27275"/>
                  </a:lnTo>
                  <a:lnTo>
                    <a:pt x="126395" y="68520"/>
                  </a:lnTo>
                  <a:lnTo>
                    <a:pt x="125597" y="68786"/>
                  </a:lnTo>
                  <a:lnTo>
                    <a:pt x="125464" y="68919"/>
                  </a:lnTo>
                  <a:lnTo>
                    <a:pt x="124799" y="69185"/>
                  </a:lnTo>
                  <a:lnTo>
                    <a:pt x="124532" y="69185"/>
                  </a:lnTo>
                  <a:lnTo>
                    <a:pt x="124133" y="69319"/>
                  </a:lnTo>
                  <a:lnTo>
                    <a:pt x="123867" y="69452"/>
                  </a:lnTo>
                  <a:lnTo>
                    <a:pt x="123468" y="69585"/>
                  </a:lnTo>
                  <a:lnTo>
                    <a:pt x="123202" y="69585"/>
                  </a:lnTo>
                  <a:lnTo>
                    <a:pt x="122271" y="69718"/>
                  </a:lnTo>
                  <a:lnTo>
                    <a:pt x="121472" y="69718"/>
                  </a:lnTo>
                  <a:lnTo>
                    <a:pt x="121073" y="69851"/>
                  </a:lnTo>
                  <a:lnTo>
                    <a:pt x="120674" y="69851"/>
                  </a:lnTo>
                  <a:lnTo>
                    <a:pt x="120408" y="69718"/>
                  </a:lnTo>
                  <a:lnTo>
                    <a:pt x="119211" y="69718"/>
                  </a:lnTo>
                  <a:lnTo>
                    <a:pt x="118811" y="69585"/>
                  </a:lnTo>
                  <a:lnTo>
                    <a:pt x="118412" y="69585"/>
                  </a:lnTo>
                  <a:lnTo>
                    <a:pt x="118146" y="69452"/>
                  </a:lnTo>
                  <a:lnTo>
                    <a:pt x="117614" y="69319"/>
                  </a:lnTo>
                  <a:lnTo>
                    <a:pt x="117348" y="69319"/>
                  </a:lnTo>
                  <a:lnTo>
                    <a:pt x="116550" y="69052"/>
                  </a:lnTo>
                  <a:lnTo>
                    <a:pt x="116417" y="68919"/>
                  </a:lnTo>
                  <a:lnTo>
                    <a:pt x="115352" y="68520"/>
                  </a:lnTo>
                  <a:lnTo>
                    <a:pt x="2262" y="3194"/>
                  </a:lnTo>
                  <a:lnTo>
                    <a:pt x="1330" y="2396"/>
                  </a:lnTo>
                  <a:lnTo>
                    <a:pt x="532" y="1730"/>
                  </a:lnTo>
                  <a:lnTo>
                    <a:pt x="133" y="79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9334501" y="1578879"/>
              <a:ext cx="1549154" cy="897434"/>
            </a:xfrm>
            <a:custGeom>
              <a:avLst/>
              <a:gdLst/>
              <a:ahLst/>
              <a:cxnLst/>
              <a:rect l="l" t="t" r="r" b="b"/>
              <a:pathLst>
                <a:path w="197975" h="114688" extrusionOk="0">
                  <a:moveTo>
                    <a:pt x="74906" y="1"/>
                  </a:moveTo>
                  <a:lnTo>
                    <a:pt x="73974" y="134"/>
                  </a:lnTo>
                  <a:lnTo>
                    <a:pt x="73043" y="533"/>
                  </a:lnTo>
                  <a:lnTo>
                    <a:pt x="2262" y="41645"/>
                  </a:lnTo>
                  <a:lnTo>
                    <a:pt x="1197" y="42310"/>
                  </a:lnTo>
                  <a:lnTo>
                    <a:pt x="532" y="43108"/>
                  </a:lnTo>
                  <a:lnTo>
                    <a:pt x="133" y="43906"/>
                  </a:lnTo>
                  <a:lnTo>
                    <a:pt x="0" y="44838"/>
                  </a:lnTo>
                  <a:lnTo>
                    <a:pt x="133" y="45636"/>
                  </a:lnTo>
                  <a:lnTo>
                    <a:pt x="532" y="46567"/>
                  </a:lnTo>
                  <a:lnTo>
                    <a:pt x="1330" y="47233"/>
                  </a:lnTo>
                  <a:lnTo>
                    <a:pt x="2262" y="48031"/>
                  </a:lnTo>
                  <a:lnTo>
                    <a:pt x="115352" y="113357"/>
                  </a:lnTo>
                  <a:lnTo>
                    <a:pt x="116683" y="113889"/>
                  </a:lnTo>
                  <a:lnTo>
                    <a:pt x="118013" y="114289"/>
                  </a:lnTo>
                  <a:lnTo>
                    <a:pt x="119344" y="114555"/>
                  </a:lnTo>
                  <a:lnTo>
                    <a:pt x="120940" y="114688"/>
                  </a:lnTo>
                  <a:lnTo>
                    <a:pt x="122404" y="114555"/>
                  </a:lnTo>
                  <a:lnTo>
                    <a:pt x="123867" y="114289"/>
                  </a:lnTo>
                  <a:lnTo>
                    <a:pt x="125198" y="113889"/>
                  </a:lnTo>
                  <a:lnTo>
                    <a:pt x="126395" y="113357"/>
                  </a:lnTo>
                  <a:lnTo>
                    <a:pt x="197176" y="72112"/>
                  </a:lnTo>
                  <a:lnTo>
                    <a:pt x="197576" y="71846"/>
                  </a:lnTo>
                  <a:lnTo>
                    <a:pt x="197842" y="71580"/>
                  </a:lnTo>
                  <a:lnTo>
                    <a:pt x="197975" y="71314"/>
                  </a:lnTo>
                  <a:lnTo>
                    <a:pt x="197975" y="71048"/>
                  </a:lnTo>
                  <a:lnTo>
                    <a:pt x="197975" y="70782"/>
                  </a:lnTo>
                  <a:lnTo>
                    <a:pt x="197842" y="70516"/>
                  </a:lnTo>
                  <a:lnTo>
                    <a:pt x="197576" y="70250"/>
                  </a:lnTo>
                  <a:lnTo>
                    <a:pt x="197176" y="69984"/>
                  </a:lnTo>
                  <a:lnTo>
                    <a:pt x="76768" y="533"/>
                  </a:lnTo>
                  <a:lnTo>
                    <a:pt x="75970" y="134"/>
                  </a:lnTo>
                  <a:lnTo>
                    <a:pt x="7490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9935211" y="864691"/>
              <a:ext cx="999456" cy="1258690"/>
            </a:xfrm>
            <a:custGeom>
              <a:avLst/>
              <a:gdLst/>
              <a:ahLst/>
              <a:cxnLst/>
              <a:rect l="l" t="t" r="r" b="b"/>
              <a:pathLst>
                <a:path w="127726" h="160855" extrusionOk="0">
                  <a:moveTo>
                    <a:pt x="3327" y="0"/>
                  </a:moveTo>
                  <a:lnTo>
                    <a:pt x="3194" y="133"/>
                  </a:lnTo>
                  <a:lnTo>
                    <a:pt x="0" y="1996"/>
                  </a:lnTo>
                  <a:lnTo>
                    <a:pt x="267" y="1863"/>
                  </a:lnTo>
                  <a:lnTo>
                    <a:pt x="932" y="1863"/>
                  </a:lnTo>
                  <a:lnTo>
                    <a:pt x="1331" y="2129"/>
                  </a:lnTo>
                  <a:lnTo>
                    <a:pt x="122670" y="72245"/>
                  </a:lnTo>
                  <a:lnTo>
                    <a:pt x="123069" y="72511"/>
                  </a:lnTo>
                  <a:lnTo>
                    <a:pt x="123468" y="72777"/>
                  </a:lnTo>
                  <a:lnTo>
                    <a:pt x="123735" y="73176"/>
                  </a:lnTo>
                  <a:lnTo>
                    <a:pt x="124001" y="73575"/>
                  </a:lnTo>
                  <a:lnTo>
                    <a:pt x="124267" y="74108"/>
                  </a:lnTo>
                  <a:lnTo>
                    <a:pt x="124400" y="74507"/>
                  </a:lnTo>
                  <a:lnTo>
                    <a:pt x="124533" y="75039"/>
                  </a:lnTo>
                  <a:lnTo>
                    <a:pt x="124533" y="75438"/>
                  </a:lnTo>
                  <a:lnTo>
                    <a:pt x="124400" y="157395"/>
                  </a:lnTo>
                  <a:lnTo>
                    <a:pt x="124267" y="157928"/>
                  </a:lnTo>
                  <a:lnTo>
                    <a:pt x="124267" y="158061"/>
                  </a:lnTo>
                  <a:lnTo>
                    <a:pt x="124267" y="158593"/>
                  </a:lnTo>
                  <a:lnTo>
                    <a:pt x="124134" y="159125"/>
                  </a:lnTo>
                  <a:lnTo>
                    <a:pt x="123868" y="159524"/>
                  </a:lnTo>
                  <a:lnTo>
                    <a:pt x="123868" y="159657"/>
                  </a:lnTo>
                  <a:lnTo>
                    <a:pt x="123735" y="160056"/>
                  </a:lnTo>
                  <a:lnTo>
                    <a:pt x="123335" y="160455"/>
                  </a:lnTo>
                  <a:lnTo>
                    <a:pt x="123275" y="160516"/>
                  </a:lnTo>
                  <a:lnTo>
                    <a:pt x="125996" y="158992"/>
                  </a:lnTo>
                  <a:lnTo>
                    <a:pt x="126396" y="158726"/>
                  </a:lnTo>
                  <a:lnTo>
                    <a:pt x="126529" y="158593"/>
                  </a:lnTo>
                  <a:lnTo>
                    <a:pt x="126928" y="158194"/>
                  </a:lnTo>
                  <a:lnTo>
                    <a:pt x="127061" y="157794"/>
                  </a:lnTo>
                  <a:lnTo>
                    <a:pt x="127061" y="157661"/>
                  </a:lnTo>
                  <a:lnTo>
                    <a:pt x="127194" y="157395"/>
                  </a:lnTo>
                  <a:lnTo>
                    <a:pt x="127327" y="157262"/>
                  </a:lnTo>
                  <a:lnTo>
                    <a:pt x="127327" y="157129"/>
                  </a:lnTo>
                  <a:lnTo>
                    <a:pt x="127327" y="156863"/>
                  </a:lnTo>
                  <a:lnTo>
                    <a:pt x="127460" y="156730"/>
                  </a:lnTo>
                  <a:lnTo>
                    <a:pt x="127460" y="156597"/>
                  </a:lnTo>
                  <a:lnTo>
                    <a:pt x="127460" y="156331"/>
                  </a:lnTo>
                  <a:lnTo>
                    <a:pt x="127460" y="156198"/>
                  </a:lnTo>
                  <a:lnTo>
                    <a:pt x="127460" y="156065"/>
                  </a:lnTo>
                  <a:lnTo>
                    <a:pt x="127593" y="155799"/>
                  </a:lnTo>
                  <a:lnTo>
                    <a:pt x="127593" y="155533"/>
                  </a:lnTo>
                  <a:lnTo>
                    <a:pt x="127726" y="73575"/>
                  </a:lnTo>
                  <a:lnTo>
                    <a:pt x="127726" y="73442"/>
                  </a:lnTo>
                  <a:lnTo>
                    <a:pt x="127726" y="73309"/>
                  </a:lnTo>
                  <a:lnTo>
                    <a:pt x="127726" y="73176"/>
                  </a:lnTo>
                  <a:lnTo>
                    <a:pt x="127726" y="73043"/>
                  </a:lnTo>
                  <a:lnTo>
                    <a:pt x="127726" y="72910"/>
                  </a:lnTo>
                  <a:lnTo>
                    <a:pt x="127593" y="72777"/>
                  </a:lnTo>
                  <a:lnTo>
                    <a:pt x="127593" y="72644"/>
                  </a:lnTo>
                  <a:lnTo>
                    <a:pt x="127593" y="72511"/>
                  </a:lnTo>
                  <a:lnTo>
                    <a:pt x="127460" y="72378"/>
                  </a:lnTo>
                  <a:lnTo>
                    <a:pt x="127460" y="72245"/>
                  </a:lnTo>
                  <a:lnTo>
                    <a:pt x="127460" y="72112"/>
                  </a:lnTo>
                  <a:lnTo>
                    <a:pt x="127327" y="71979"/>
                  </a:lnTo>
                  <a:lnTo>
                    <a:pt x="127327" y="71846"/>
                  </a:lnTo>
                  <a:lnTo>
                    <a:pt x="127194" y="71713"/>
                  </a:lnTo>
                  <a:lnTo>
                    <a:pt x="127061" y="71447"/>
                  </a:lnTo>
                  <a:lnTo>
                    <a:pt x="126928" y="71314"/>
                  </a:lnTo>
                  <a:lnTo>
                    <a:pt x="126795" y="71180"/>
                  </a:lnTo>
                  <a:lnTo>
                    <a:pt x="126662" y="71047"/>
                  </a:lnTo>
                  <a:lnTo>
                    <a:pt x="126662" y="70914"/>
                  </a:lnTo>
                  <a:lnTo>
                    <a:pt x="126529" y="70914"/>
                  </a:lnTo>
                  <a:lnTo>
                    <a:pt x="126529" y="70781"/>
                  </a:lnTo>
                  <a:lnTo>
                    <a:pt x="126396" y="70648"/>
                  </a:lnTo>
                  <a:lnTo>
                    <a:pt x="126262" y="70648"/>
                  </a:lnTo>
                  <a:lnTo>
                    <a:pt x="126262" y="70515"/>
                  </a:lnTo>
                  <a:lnTo>
                    <a:pt x="126129" y="70515"/>
                  </a:lnTo>
                  <a:lnTo>
                    <a:pt x="125996" y="70382"/>
                  </a:lnTo>
                  <a:lnTo>
                    <a:pt x="125863" y="70382"/>
                  </a:lnTo>
                  <a:lnTo>
                    <a:pt x="4524" y="266"/>
                  </a:lnTo>
                  <a:lnTo>
                    <a:pt x="4391" y="133"/>
                  </a:lnTo>
                  <a:lnTo>
                    <a:pt x="4258" y="133"/>
                  </a:lnTo>
                  <a:lnTo>
                    <a:pt x="4125" y="0"/>
                  </a:lnTo>
                  <a:close/>
                  <a:moveTo>
                    <a:pt x="123275" y="160516"/>
                  </a:moveTo>
                  <a:lnTo>
                    <a:pt x="122670" y="160855"/>
                  </a:lnTo>
                  <a:lnTo>
                    <a:pt x="123202" y="160588"/>
                  </a:lnTo>
                  <a:lnTo>
                    <a:pt x="123275" y="16051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9928967" y="879261"/>
              <a:ext cx="980715" cy="1247242"/>
            </a:xfrm>
            <a:custGeom>
              <a:avLst/>
              <a:gdLst/>
              <a:ahLst/>
              <a:cxnLst/>
              <a:rect l="l" t="t" r="r" b="b"/>
              <a:pathLst>
                <a:path w="125331" h="159392" extrusionOk="0">
                  <a:moveTo>
                    <a:pt x="1065" y="1"/>
                  </a:moveTo>
                  <a:lnTo>
                    <a:pt x="798" y="134"/>
                  </a:lnTo>
                  <a:lnTo>
                    <a:pt x="532" y="267"/>
                  </a:lnTo>
                  <a:lnTo>
                    <a:pt x="399" y="533"/>
                  </a:lnTo>
                  <a:lnTo>
                    <a:pt x="266" y="932"/>
                  </a:lnTo>
                  <a:lnTo>
                    <a:pt x="266" y="1331"/>
                  </a:lnTo>
                  <a:lnTo>
                    <a:pt x="0" y="83288"/>
                  </a:lnTo>
                  <a:lnTo>
                    <a:pt x="133" y="84619"/>
                  </a:lnTo>
                  <a:lnTo>
                    <a:pt x="399" y="85949"/>
                  </a:lnTo>
                  <a:lnTo>
                    <a:pt x="931" y="87280"/>
                  </a:lnTo>
                  <a:lnTo>
                    <a:pt x="1597" y="88610"/>
                  </a:lnTo>
                  <a:lnTo>
                    <a:pt x="2395" y="89941"/>
                  </a:lnTo>
                  <a:lnTo>
                    <a:pt x="3326" y="91005"/>
                  </a:lnTo>
                  <a:lnTo>
                    <a:pt x="4391" y="91937"/>
                  </a:lnTo>
                  <a:lnTo>
                    <a:pt x="5455" y="92735"/>
                  </a:lnTo>
                  <a:lnTo>
                    <a:pt x="119610" y="158726"/>
                  </a:lnTo>
                  <a:lnTo>
                    <a:pt x="120674" y="159126"/>
                  </a:lnTo>
                  <a:lnTo>
                    <a:pt x="121739" y="159392"/>
                  </a:lnTo>
                  <a:lnTo>
                    <a:pt x="122670" y="159392"/>
                  </a:lnTo>
                  <a:lnTo>
                    <a:pt x="123468" y="159126"/>
                  </a:lnTo>
                  <a:lnTo>
                    <a:pt x="124133" y="158460"/>
                  </a:lnTo>
                  <a:lnTo>
                    <a:pt x="124666" y="157795"/>
                  </a:lnTo>
                  <a:lnTo>
                    <a:pt x="125065" y="156731"/>
                  </a:lnTo>
                  <a:lnTo>
                    <a:pt x="125198" y="155533"/>
                  </a:lnTo>
                  <a:lnTo>
                    <a:pt x="125331" y="73576"/>
                  </a:lnTo>
                  <a:lnTo>
                    <a:pt x="125198" y="72645"/>
                  </a:lnTo>
                  <a:lnTo>
                    <a:pt x="124799" y="71713"/>
                  </a:lnTo>
                  <a:lnTo>
                    <a:pt x="124266" y="70915"/>
                  </a:lnTo>
                  <a:lnTo>
                    <a:pt x="123468" y="70383"/>
                  </a:lnTo>
                  <a:lnTo>
                    <a:pt x="2129" y="267"/>
                  </a:lnTo>
                  <a:lnTo>
                    <a:pt x="173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9945618" y="912580"/>
              <a:ext cx="947412" cy="1180613"/>
            </a:xfrm>
            <a:custGeom>
              <a:avLst/>
              <a:gdLst/>
              <a:ahLst/>
              <a:cxnLst/>
              <a:rect l="l" t="t" r="r" b="b"/>
              <a:pathLst>
                <a:path w="121075" h="150877" extrusionOk="0">
                  <a:moveTo>
                    <a:pt x="1065" y="0"/>
                  </a:moveTo>
                  <a:lnTo>
                    <a:pt x="799" y="133"/>
                  </a:lnTo>
                  <a:lnTo>
                    <a:pt x="533" y="399"/>
                  </a:lnTo>
                  <a:lnTo>
                    <a:pt x="400" y="532"/>
                  </a:lnTo>
                  <a:lnTo>
                    <a:pt x="267" y="932"/>
                  </a:lnTo>
                  <a:lnTo>
                    <a:pt x="267" y="1331"/>
                  </a:lnTo>
                  <a:lnTo>
                    <a:pt x="1" y="77301"/>
                  </a:lnTo>
                  <a:lnTo>
                    <a:pt x="134" y="78631"/>
                  </a:lnTo>
                  <a:lnTo>
                    <a:pt x="400" y="79962"/>
                  </a:lnTo>
                  <a:lnTo>
                    <a:pt x="932" y="81292"/>
                  </a:lnTo>
                  <a:lnTo>
                    <a:pt x="1597" y="82490"/>
                  </a:lnTo>
                  <a:lnTo>
                    <a:pt x="2396" y="83687"/>
                  </a:lnTo>
                  <a:lnTo>
                    <a:pt x="3327" y="84885"/>
                  </a:lnTo>
                  <a:lnTo>
                    <a:pt x="4258" y="85816"/>
                  </a:lnTo>
                  <a:lnTo>
                    <a:pt x="5323" y="86481"/>
                  </a:lnTo>
                  <a:lnTo>
                    <a:pt x="115486" y="150078"/>
                  </a:lnTo>
                  <a:lnTo>
                    <a:pt x="116550" y="150610"/>
                  </a:lnTo>
                  <a:lnTo>
                    <a:pt x="117615" y="150876"/>
                  </a:lnTo>
                  <a:lnTo>
                    <a:pt x="118413" y="150743"/>
                  </a:lnTo>
                  <a:lnTo>
                    <a:pt x="119211" y="150477"/>
                  </a:lnTo>
                  <a:lnTo>
                    <a:pt x="119877" y="149945"/>
                  </a:lnTo>
                  <a:lnTo>
                    <a:pt x="120409" y="149147"/>
                  </a:lnTo>
                  <a:lnTo>
                    <a:pt x="120675" y="148215"/>
                  </a:lnTo>
                  <a:lnTo>
                    <a:pt x="120808" y="147018"/>
                  </a:lnTo>
                  <a:lnTo>
                    <a:pt x="121074" y="71048"/>
                  </a:lnTo>
                  <a:lnTo>
                    <a:pt x="120941" y="70116"/>
                  </a:lnTo>
                  <a:lnTo>
                    <a:pt x="120542" y="69318"/>
                  </a:lnTo>
                  <a:lnTo>
                    <a:pt x="119877" y="68520"/>
                  </a:lnTo>
                  <a:lnTo>
                    <a:pt x="119211" y="67988"/>
                  </a:lnTo>
                  <a:lnTo>
                    <a:pt x="2130" y="266"/>
                  </a:lnTo>
                  <a:lnTo>
                    <a:pt x="1731" y="133"/>
                  </a:lnTo>
                  <a:lnTo>
                    <a:pt x="1331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9705125" y="1979707"/>
              <a:ext cx="497654" cy="288390"/>
            </a:xfrm>
            <a:custGeom>
              <a:avLst/>
              <a:gdLst/>
              <a:ahLst/>
              <a:cxnLst/>
              <a:rect l="l" t="t" r="r" b="b"/>
              <a:pathLst>
                <a:path w="63598" h="36855" extrusionOk="0">
                  <a:moveTo>
                    <a:pt x="21555" y="0"/>
                  </a:moveTo>
                  <a:lnTo>
                    <a:pt x="1" y="12506"/>
                  </a:lnTo>
                  <a:lnTo>
                    <a:pt x="42044" y="36854"/>
                  </a:lnTo>
                  <a:lnTo>
                    <a:pt x="63598" y="24215"/>
                  </a:lnTo>
                  <a:lnTo>
                    <a:pt x="215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9705125" y="1979707"/>
              <a:ext cx="497654" cy="193645"/>
            </a:xfrm>
            <a:custGeom>
              <a:avLst/>
              <a:gdLst/>
              <a:ahLst/>
              <a:cxnLst/>
              <a:rect l="l" t="t" r="r" b="b"/>
              <a:pathLst>
                <a:path w="63598" h="24747" extrusionOk="0">
                  <a:moveTo>
                    <a:pt x="21555" y="0"/>
                  </a:moveTo>
                  <a:lnTo>
                    <a:pt x="1" y="12506"/>
                  </a:lnTo>
                  <a:lnTo>
                    <a:pt x="932" y="13039"/>
                  </a:lnTo>
                  <a:lnTo>
                    <a:pt x="21555" y="1064"/>
                  </a:lnTo>
                  <a:lnTo>
                    <a:pt x="62666" y="24747"/>
                  </a:lnTo>
                  <a:lnTo>
                    <a:pt x="63598" y="24215"/>
                  </a:lnTo>
                  <a:lnTo>
                    <a:pt x="2155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9986222" y="1694438"/>
              <a:ext cx="116616" cy="67686"/>
            </a:xfrm>
            <a:custGeom>
              <a:avLst/>
              <a:gdLst/>
              <a:ahLst/>
              <a:cxnLst/>
              <a:rect l="l" t="t" r="r" b="b"/>
              <a:pathLst>
                <a:path w="14903" h="8650" extrusionOk="0">
                  <a:moveTo>
                    <a:pt x="5323" y="1"/>
                  </a:moveTo>
                  <a:lnTo>
                    <a:pt x="1" y="3061"/>
                  </a:lnTo>
                  <a:lnTo>
                    <a:pt x="9580" y="8649"/>
                  </a:lnTo>
                  <a:lnTo>
                    <a:pt x="14902" y="5589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9889403" y="1638224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322" y="0"/>
                  </a:moveTo>
                  <a:lnTo>
                    <a:pt x="0" y="3194"/>
                  </a:lnTo>
                  <a:lnTo>
                    <a:pt x="9580" y="8648"/>
                  </a:lnTo>
                  <a:lnTo>
                    <a:pt x="14769" y="5588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10568199" y="2030718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0"/>
                  </a:moveTo>
                  <a:lnTo>
                    <a:pt x="0" y="3060"/>
                  </a:lnTo>
                  <a:lnTo>
                    <a:pt x="9447" y="8515"/>
                  </a:lnTo>
                  <a:lnTo>
                    <a:pt x="14769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10471372" y="1974495"/>
              <a:ext cx="115575" cy="66638"/>
            </a:xfrm>
            <a:custGeom>
              <a:avLst/>
              <a:gdLst/>
              <a:ahLst/>
              <a:cxnLst/>
              <a:rect l="l" t="t" r="r" b="b"/>
              <a:pathLst>
                <a:path w="14770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447" y="8516"/>
                  </a:lnTo>
                  <a:lnTo>
                    <a:pt x="14769" y="545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10374553" y="1918280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189" y="0"/>
                  </a:moveTo>
                  <a:lnTo>
                    <a:pt x="0" y="3060"/>
                  </a:lnTo>
                  <a:lnTo>
                    <a:pt x="9447" y="8648"/>
                  </a:lnTo>
                  <a:lnTo>
                    <a:pt x="14769" y="5588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10217349" y="1897458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0"/>
                  </a:moveTo>
                  <a:lnTo>
                    <a:pt x="0" y="3060"/>
                  </a:lnTo>
                  <a:lnTo>
                    <a:pt x="9447" y="8515"/>
                  </a:lnTo>
                  <a:lnTo>
                    <a:pt x="14769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10314168" y="1953673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769" y="545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9648910" y="1778768"/>
              <a:ext cx="116608" cy="66638"/>
            </a:xfrm>
            <a:custGeom>
              <a:avLst/>
              <a:gdLst/>
              <a:ahLst/>
              <a:cxnLst/>
              <a:rect l="l" t="t" r="r" b="b"/>
              <a:pathLst>
                <a:path w="14902" h="8516" extrusionOk="0">
                  <a:moveTo>
                    <a:pt x="5322" y="1"/>
                  </a:moveTo>
                  <a:lnTo>
                    <a:pt x="0" y="3061"/>
                  </a:lnTo>
                  <a:lnTo>
                    <a:pt x="9580" y="8516"/>
                  </a:lnTo>
                  <a:lnTo>
                    <a:pt x="14902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9709295" y="1743376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322" y="0"/>
                  </a:moveTo>
                  <a:lnTo>
                    <a:pt x="0" y="3060"/>
                  </a:lnTo>
                  <a:lnTo>
                    <a:pt x="9580" y="8648"/>
                  </a:lnTo>
                  <a:lnTo>
                    <a:pt x="14768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9829018" y="1673624"/>
              <a:ext cx="116608" cy="66638"/>
            </a:xfrm>
            <a:custGeom>
              <a:avLst/>
              <a:gdLst/>
              <a:ahLst/>
              <a:cxnLst/>
              <a:rect l="l" t="t" r="r" b="b"/>
              <a:pathLst>
                <a:path w="14902" h="8516" extrusionOk="0">
                  <a:moveTo>
                    <a:pt x="5322" y="0"/>
                  </a:moveTo>
                  <a:lnTo>
                    <a:pt x="1" y="3060"/>
                  </a:lnTo>
                  <a:lnTo>
                    <a:pt x="9580" y="8515"/>
                  </a:lnTo>
                  <a:lnTo>
                    <a:pt x="14902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9769673" y="1709016"/>
              <a:ext cx="115575" cy="66638"/>
            </a:xfrm>
            <a:custGeom>
              <a:avLst/>
              <a:gdLst/>
              <a:ahLst/>
              <a:cxnLst/>
              <a:rect l="l" t="t" r="r" b="b"/>
              <a:pathLst>
                <a:path w="14770" h="8516" extrusionOk="0">
                  <a:moveTo>
                    <a:pt x="5190" y="1"/>
                  </a:moveTo>
                  <a:lnTo>
                    <a:pt x="1" y="3061"/>
                  </a:lnTo>
                  <a:lnTo>
                    <a:pt x="9447" y="8516"/>
                  </a:lnTo>
                  <a:lnTo>
                    <a:pt x="14769" y="5456"/>
                  </a:lnTo>
                  <a:lnTo>
                    <a:pt x="51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9925837" y="1729839"/>
              <a:ext cx="116616" cy="66638"/>
            </a:xfrm>
            <a:custGeom>
              <a:avLst/>
              <a:gdLst/>
              <a:ahLst/>
              <a:cxnLst/>
              <a:rect l="l" t="t" r="r" b="b"/>
              <a:pathLst>
                <a:path w="14903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902" y="545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9866500" y="1764198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322" y="0"/>
                  </a:moveTo>
                  <a:lnTo>
                    <a:pt x="0" y="3060"/>
                  </a:lnTo>
                  <a:lnTo>
                    <a:pt x="9447" y="8648"/>
                  </a:lnTo>
                  <a:lnTo>
                    <a:pt x="14769" y="5588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10023704" y="1786061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189" y="0"/>
                  </a:moveTo>
                  <a:lnTo>
                    <a:pt x="0" y="3060"/>
                  </a:lnTo>
                  <a:lnTo>
                    <a:pt x="9447" y="8515"/>
                  </a:lnTo>
                  <a:lnTo>
                    <a:pt x="14769" y="5455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9963318" y="1820413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447" y="8516"/>
                  </a:lnTo>
                  <a:lnTo>
                    <a:pt x="14769" y="545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10120523" y="1841235"/>
              <a:ext cx="115575" cy="67678"/>
            </a:xfrm>
            <a:custGeom>
              <a:avLst/>
              <a:gdLst/>
              <a:ahLst/>
              <a:cxnLst/>
              <a:rect l="l" t="t" r="r" b="b"/>
              <a:pathLst>
                <a:path w="14770" h="8649" extrusionOk="0">
                  <a:moveTo>
                    <a:pt x="5190" y="1"/>
                  </a:moveTo>
                  <a:lnTo>
                    <a:pt x="1" y="3061"/>
                  </a:lnTo>
                  <a:lnTo>
                    <a:pt x="9447" y="8649"/>
                  </a:lnTo>
                  <a:lnTo>
                    <a:pt x="14769" y="5589"/>
                  </a:lnTo>
                  <a:lnTo>
                    <a:pt x="51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7" name="Google Shape;377;p28"/>
            <p:cNvSpPr/>
            <p:nvPr/>
          </p:nvSpPr>
          <p:spPr>
            <a:xfrm>
              <a:off x="9902933" y="1855813"/>
              <a:ext cx="116616" cy="66638"/>
            </a:xfrm>
            <a:custGeom>
              <a:avLst/>
              <a:gdLst/>
              <a:ahLst/>
              <a:cxnLst/>
              <a:rect l="l" t="t" r="r" b="b"/>
              <a:pathLst>
                <a:path w="14903" h="8516" extrusionOk="0">
                  <a:moveTo>
                    <a:pt x="5323" y="0"/>
                  </a:moveTo>
                  <a:lnTo>
                    <a:pt x="1" y="3060"/>
                  </a:lnTo>
                  <a:lnTo>
                    <a:pt x="9580" y="8515"/>
                  </a:lnTo>
                  <a:lnTo>
                    <a:pt x="14902" y="5455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8" name="Google Shape;378;p28"/>
            <p:cNvSpPr/>
            <p:nvPr/>
          </p:nvSpPr>
          <p:spPr>
            <a:xfrm>
              <a:off x="10060145" y="1876636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0"/>
                  </a:moveTo>
                  <a:lnTo>
                    <a:pt x="0" y="3060"/>
                  </a:lnTo>
                  <a:lnTo>
                    <a:pt x="9580" y="8515"/>
                  </a:lnTo>
                  <a:lnTo>
                    <a:pt x="14768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79" name="Google Shape;379;p28"/>
            <p:cNvSpPr/>
            <p:nvPr/>
          </p:nvSpPr>
          <p:spPr>
            <a:xfrm>
              <a:off x="9999759" y="1910987"/>
              <a:ext cx="116608" cy="67678"/>
            </a:xfrm>
            <a:custGeom>
              <a:avLst/>
              <a:gdLst/>
              <a:ahLst/>
              <a:cxnLst/>
              <a:rect l="l" t="t" r="r" b="b"/>
              <a:pathLst>
                <a:path w="14902" h="8649" extrusionOk="0">
                  <a:moveTo>
                    <a:pt x="5322" y="1"/>
                  </a:moveTo>
                  <a:lnTo>
                    <a:pt x="0" y="3061"/>
                  </a:lnTo>
                  <a:lnTo>
                    <a:pt x="9580" y="8649"/>
                  </a:lnTo>
                  <a:lnTo>
                    <a:pt x="14902" y="5589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0" name="Google Shape;380;p28"/>
            <p:cNvSpPr/>
            <p:nvPr/>
          </p:nvSpPr>
          <p:spPr>
            <a:xfrm>
              <a:off x="10096578" y="1967210"/>
              <a:ext cx="116616" cy="67678"/>
            </a:xfrm>
            <a:custGeom>
              <a:avLst/>
              <a:gdLst/>
              <a:ahLst/>
              <a:cxnLst/>
              <a:rect l="l" t="t" r="r" b="b"/>
              <a:pathLst>
                <a:path w="14903" h="8649" extrusionOk="0">
                  <a:moveTo>
                    <a:pt x="5323" y="0"/>
                  </a:moveTo>
                  <a:lnTo>
                    <a:pt x="1" y="3061"/>
                  </a:lnTo>
                  <a:lnTo>
                    <a:pt x="9580" y="8649"/>
                  </a:lnTo>
                  <a:lnTo>
                    <a:pt x="14902" y="5455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1" name="Google Shape;381;p28"/>
            <p:cNvSpPr/>
            <p:nvPr/>
          </p:nvSpPr>
          <p:spPr>
            <a:xfrm>
              <a:off x="10194445" y="2023433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189" y="0"/>
                  </a:moveTo>
                  <a:lnTo>
                    <a:pt x="0" y="3060"/>
                  </a:lnTo>
                  <a:lnTo>
                    <a:pt x="9447" y="8515"/>
                  </a:lnTo>
                  <a:lnTo>
                    <a:pt x="14769" y="5455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2" name="Google Shape;382;p28"/>
            <p:cNvSpPr/>
            <p:nvPr/>
          </p:nvSpPr>
          <p:spPr>
            <a:xfrm>
              <a:off x="10253782" y="1988032"/>
              <a:ext cx="116616" cy="67678"/>
            </a:xfrm>
            <a:custGeom>
              <a:avLst/>
              <a:gdLst/>
              <a:ahLst/>
              <a:cxnLst/>
              <a:rect l="l" t="t" r="r" b="b"/>
              <a:pathLst>
                <a:path w="14903" h="8649" extrusionOk="0">
                  <a:moveTo>
                    <a:pt x="5323" y="0"/>
                  </a:moveTo>
                  <a:lnTo>
                    <a:pt x="1" y="3060"/>
                  </a:lnTo>
                  <a:lnTo>
                    <a:pt x="9580" y="8648"/>
                  </a:lnTo>
                  <a:lnTo>
                    <a:pt x="14902" y="5588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3" name="Google Shape;383;p28"/>
            <p:cNvSpPr/>
            <p:nvPr/>
          </p:nvSpPr>
          <p:spPr>
            <a:xfrm>
              <a:off x="10350609" y="2044247"/>
              <a:ext cx="116608" cy="67686"/>
            </a:xfrm>
            <a:custGeom>
              <a:avLst/>
              <a:gdLst/>
              <a:ahLst/>
              <a:cxnLst/>
              <a:rect l="l" t="t" r="r" b="b"/>
              <a:pathLst>
                <a:path w="14902" h="8650" extrusionOk="0">
                  <a:moveTo>
                    <a:pt x="5322" y="1"/>
                  </a:moveTo>
                  <a:lnTo>
                    <a:pt x="0" y="3061"/>
                  </a:lnTo>
                  <a:lnTo>
                    <a:pt x="9580" y="8649"/>
                  </a:lnTo>
                  <a:lnTo>
                    <a:pt x="14902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4" name="Google Shape;384;p28"/>
            <p:cNvSpPr/>
            <p:nvPr/>
          </p:nvSpPr>
          <p:spPr>
            <a:xfrm>
              <a:off x="10424524" y="2226445"/>
              <a:ext cx="116616" cy="66638"/>
            </a:xfrm>
            <a:custGeom>
              <a:avLst/>
              <a:gdLst/>
              <a:ahLst/>
              <a:cxnLst/>
              <a:rect l="l" t="t" r="r" b="b"/>
              <a:pathLst>
                <a:path w="14903" h="8516" extrusionOk="0">
                  <a:moveTo>
                    <a:pt x="5323" y="0"/>
                  </a:moveTo>
                  <a:lnTo>
                    <a:pt x="1" y="3060"/>
                  </a:lnTo>
                  <a:lnTo>
                    <a:pt x="9580" y="8515"/>
                  </a:lnTo>
                  <a:lnTo>
                    <a:pt x="14902" y="5455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5" name="Google Shape;385;p28"/>
            <p:cNvSpPr/>
            <p:nvPr/>
          </p:nvSpPr>
          <p:spPr>
            <a:xfrm>
              <a:off x="10484909" y="2191044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322" y="1"/>
                  </a:moveTo>
                  <a:lnTo>
                    <a:pt x="0" y="3061"/>
                  </a:lnTo>
                  <a:lnTo>
                    <a:pt x="9447" y="8649"/>
                  </a:lnTo>
                  <a:lnTo>
                    <a:pt x="14769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6" name="Google Shape;386;p28"/>
            <p:cNvSpPr/>
            <p:nvPr/>
          </p:nvSpPr>
          <p:spPr>
            <a:xfrm>
              <a:off x="9745729" y="1833950"/>
              <a:ext cx="116616" cy="67678"/>
            </a:xfrm>
            <a:custGeom>
              <a:avLst/>
              <a:gdLst/>
              <a:ahLst/>
              <a:cxnLst/>
              <a:rect l="l" t="t" r="r" b="b"/>
              <a:pathLst>
                <a:path w="14903" h="8649" extrusionOk="0">
                  <a:moveTo>
                    <a:pt x="5323" y="0"/>
                  </a:moveTo>
                  <a:lnTo>
                    <a:pt x="1" y="3060"/>
                  </a:lnTo>
                  <a:lnTo>
                    <a:pt x="9580" y="8648"/>
                  </a:lnTo>
                  <a:lnTo>
                    <a:pt x="14902" y="5588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7" name="Google Shape;387;p28"/>
            <p:cNvSpPr/>
            <p:nvPr/>
          </p:nvSpPr>
          <p:spPr>
            <a:xfrm>
              <a:off x="10291264" y="2079648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190" y="1"/>
                  </a:moveTo>
                  <a:lnTo>
                    <a:pt x="1" y="3061"/>
                  </a:lnTo>
                  <a:lnTo>
                    <a:pt x="9447" y="8516"/>
                  </a:lnTo>
                  <a:lnTo>
                    <a:pt x="14769" y="5456"/>
                  </a:lnTo>
                  <a:lnTo>
                    <a:pt x="51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8" name="Google Shape;388;p28"/>
            <p:cNvSpPr/>
            <p:nvPr/>
          </p:nvSpPr>
          <p:spPr>
            <a:xfrm>
              <a:off x="9843596" y="1890165"/>
              <a:ext cx="502858" cy="291520"/>
            </a:xfrm>
            <a:custGeom>
              <a:avLst/>
              <a:gdLst/>
              <a:ahLst/>
              <a:cxnLst/>
              <a:rect l="l" t="t" r="r" b="b"/>
              <a:pathLst>
                <a:path w="64263" h="37255" extrusionOk="0">
                  <a:moveTo>
                    <a:pt x="5189" y="1"/>
                  </a:moveTo>
                  <a:lnTo>
                    <a:pt x="0" y="3061"/>
                  </a:lnTo>
                  <a:lnTo>
                    <a:pt x="59073" y="37254"/>
                  </a:lnTo>
                  <a:lnTo>
                    <a:pt x="64262" y="34061"/>
                  </a:ln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89" name="Google Shape;389;p28"/>
            <p:cNvSpPr/>
            <p:nvPr/>
          </p:nvSpPr>
          <p:spPr>
            <a:xfrm>
              <a:off x="10388091" y="2134829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189" y="0"/>
                  </a:moveTo>
                  <a:lnTo>
                    <a:pt x="0" y="3193"/>
                  </a:lnTo>
                  <a:lnTo>
                    <a:pt x="9446" y="8648"/>
                  </a:lnTo>
                  <a:lnTo>
                    <a:pt x="14768" y="5588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0" name="Google Shape;390;p28"/>
            <p:cNvSpPr/>
            <p:nvPr/>
          </p:nvSpPr>
          <p:spPr>
            <a:xfrm>
              <a:off x="10327705" y="2170222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1"/>
                  </a:moveTo>
                  <a:lnTo>
                    <a:pt x="0" y="3061"/>
                  </a:lnTo>
                  <a:lnTo>
                    <a:pt x="9580" y="8516"/>
                  </a:lnTo>
                  <a:lnTo>
                    <a:pt x="14769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10277735" y="1863098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189" y="1"/>
                  </a:moveTo>
                  <a:lnTo>
                    <a:pt x="0" y="3061"/>
                  </a:lnTo>
                  <a:lnTo>
                    <a:pt x="9446" y="8516"/>
                  </a:lnTo>
                  <a:lnTo>
                    <a:pt x="14768" y="5456"/>
                  </a:lnTo>
                  <a:lnTo>
                    <a:pt x="5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10179867" y="1806884"/>
              <a:ext cx="116608" cy="66638"/>
            </a:xfrm>
            <a:custGeom>
              <a:avLst/>
              <a:gdLst/>
              <a:ahLst/>
              <a:cxnLst/>
              <a:rect l="l" t="t" r="r" b="b"/>
              <a:pathLst>
                <a:path w="14902" h="8516" extrusionOk="0">
                  <a:moveTo>
                    <a:pt x="5322" y="0"/>
                  </a:moveTo>
                  <a:lnTo>
                    <a:pt x="1" y="3060"/>
                  </a:lnTo>
                  <a:lnTo>
                    <a:pt x="9580" y="8515"/>
                  </a:lnTo>
                  <a:lnTo>
                    <a:pt x="14902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10083049" y="1750661"/>
              <a:ext cx="116608" cy="66638"/>
            </a:xfrm>
            <a:custGeom>
              <a:avLst/>
              <a:gdLst/>
              <a:ahLst/>
              <a:cxnLst/>
              <a:rect l="l" t="t" r="r" b="b"/>
              <a:pathLst>
                <a:path w="14902" h="8516" extrusionOk="0">
                  <a:moveTo>
                    <a:pt x="5322" y="1"/>
                  </a:moveTo>
                  <a:lnTo>
                    <a:pt x="0" y="3061"/>
                  </a:lnTo>
                  <a:lnTo>
                    <a:pt x="9580" y="8516"/>
                  </a:lnTo>
                  <a:lnTo>
                    <a:pt x="14901" y="5455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10665017" y="2086933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769" y="5456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10545295" y="2156692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189" y="0"/>
                  </a:moveTo>
                  <a:lnTo>
                    <a:pt x="0" y="3060"/>
                  </a:lnTo>
                  <a:lnTo>
                    <a:pt x="9447" y="8515"/>
                  </a:lnTo>
                  <a:lnTo>
                    <a:pt x="14769" y="5455"/>
                  </a:lnTo>
                  <a:lnTo>
                    <a:pt x="51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10447428" y="2100470"/>
              <a:ext cx="116616" cy="66638"/>
            </a:xfrm>
            <a:custGeom>
              <a:avLst/>
              <a:gdLst/>
              <a:ahLst/>
              <a:cxnLst/>
              <a:rect l="l" t="t" r="r" b="b"/>
              <a:pathLst>
                <a:path w="14903" h="8516" extrusionOk="0">
                  <a:moveTo>
                    <a:pt x="5323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902" y="5455"/>
                  </a:lnTo>
                  <a:lnTo>
                    <a:pt x="53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10507813" y="2065070"/>
              <a:ext cx="115567" cy="67678"/>
            </a:xfrm>
            <a:custGeom>
              <a:avLst/>
              <a:gdLst/>
              <a:ahLst/>
              <a:cxnLst/>
              <a:rect l="l" t="t" r="r" b="b"/>
              <a:pathLst>
                <a:path w="14769" h="8649" extrusionOk="0">
                  <a:moveTo>
                    <a:pt x="5322" y="1"/>
                  </a:moveTo>
                  <a:lnTo>
                    <a:pt x="1" y="3061"/>
                  </a:lnTo>
                  <a:lnTo>
                    <a:pt x="9580" y="8649"/>
                  </a:lnTo>
                  <a:lnTo>
                    <a:pt x="14769" y="5589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8" name="Google Shape;398;p28"/>
            <p:cNvSpPr/>
            <p:nvPr/>
          </p:nvSpPr>
          <p:spPr>
            <a:xfrm>
              <a:off x="10410994" y="2009895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0"/>
                  </a:moveTo>
                  <a:lnTo>
                    <a:pt x="0" y="3060"/>
                  </a:lnTo>
                  <a:lnTo>
                    <a:pt x="9580" y="8515"/>
                  </a:lnTo>
                  <a:lnTo>
                    <a:pt x="14768" y="5455"/>
                  </a:lnTo>
                  <a:lnTo>
                    <a:pt x="5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10604632" y="2121292"/>
              <a:ext cx="116616" cy="66638"/>
            </a:xfrm>
            <a:custGeom>
              <a:avLst/>
              <a:gdLst/>
              <a:ahLst/>
              <a:cxnLst/>
              <a:rect l="l" t="t" r="r" b="b"/>
              <a:pathLst>
                <a:path w="14903" h="8516" extrusionOk="0">
                  <a:moveTo>
                    <a:pt x="5323" y="0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902" y="5455"/>
                  </a:lnTo>
                  <a:lnTo>
                    <a:pt x="53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10156964" y="1932851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769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9806114" y="1799591"/>
              <a:ext cx="115567" cy="66638"/>
            </a:xfrm>
            <a:custGeom>
              <a:avLst/>
              <a:gdLst/>
              <a:ahLst/>
              <a:cxnLst/>
              <a:rect l="l" t="t" r="r" b="b"/>
              <a:pathLst>
                <a:path w="14769" h="8516" extrusionOk="0">
                  <a:moveTo>
                    <a:pt x="5322" y="1"/>
                  </a:moveTo>
                  <a:lnTo>
                    <a:pt x="1" y="3061"/>
                  </a:lnTo>
                  <a:lnTo>
                    <a:pt x="9580" y="8516"/>
                  </a:lnTo>
                  <a:lnTo>
                    <a:pt x="14769" y="5456"/>
                  </a:lnTo>
                  <a:lnTo>
                    <a:pt x="53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402" name="Google Shape;402;p28"/>
          <p:cNvGrpSpPr/>
          <p:nvPr/>
        </p:nvGrpSpPr>
        <p:grpSpPr>
          <a:xfrm>
            <a:off x="2370162" y="1506234"/>
            <a:ext cx="356624" cy="356630"/>
            <a:chOff x="1768938" y="3782219"/>
            <a:chExt cx="367805" cy="367773"/>
          </a:xfrm>
        </p:grpSpPr>
        <p:sp>
          <p:nvSpPr>
            <p:cNvPr id="403" name="Google Shape;403;p28"/>
            <p:cNvSpPr/>
            <p:nvPr/>
          </p:nvSpPr>
          <p:spPr>
            <a:xfrm>
              <a:off x="1884380" y="3782219"/>
              <a:ext cx="252363" cy="198412"/>
            </a:xfrm>
            <a:custGeom>
              <a:avLst/>
              <a:gdLst/>
              <a:ahLst/>
              <a:cxnLst/>
              <a:rect l="l" t="t" r="r" b="b"/>
              <a:pathLst>
                <a:path w="7966" h="6263" extrusionOk="0">
                  <a:moveTo>
                    <a:pt x="5346" y="0"/>
                  </a:moveTo>
                  <a:cubicBezTo>
                    <a:pt x="5299" y="0"/>
                    <a:pt x="5263" y="12"/>
                    <a:pt x="5227" y="48"/>
                  </a:cubicBezTo>
                  <a:lnTo>
                    <a:pt x="3382" y="1893"/>
                  </a:lnTo>
                  <a:lnTo>
                    <a:pt x="2893" y="1405"/>
                  </a:lnTo>
                  <a:cubicBezTo>
                    <a:pt x="2864" y="1375"/>
                    <a:pt x="2819" y="1360"/>
                    <a:pt x="2774" y="1360"/>
                  </a:cubicBezTo>
                  <a:cubicBezTo>
                    <a:pt x="2730" y="1360"/>
                    <a:pt x="2685" y="1375"/>
                    <a:pt x="2655" y="1405"/>
                  </a:cubicBezTo>
                  <a:lnTo>
                    <a:pt x="60" y="3989"/>
                  </a:lnTo>
                  <a:cubicBezTo>
                    <a:pt x="0" y="4048"/>
                    <a:pt x="0" y="4167"/>
                    <a:pt x="60" y="4227"/>
                  </a:cubicBezTo>
                  <a:cubicBezTo>
                    <a:pt x="90" y="4257"/>
                    <a:pt x="134" y="4272"/>
                    <a:pt x="179" y="4272"/>
                  </a:cubicBezTo>
                  <a:cubicBezTo>
                    <a:pt x="223" y="4272"/>
                    <a:pt x="268" y="4257"/>
                    <a:pt x="298" y="4227"/>
                  </a:cubicBezTo>
                  <a:lnTo>
                    <a:pt x="2774" y="1762"/>
                  </a:lnTo>
                  <a:lnTo>
                    <a:pt x="6215" y="5191"/>
                  </a:lnTo>
                  <a:lnTo>
                    <a:pt x="5418" y="5989"/>
                  </a:lnTo>
                  <a:cubicBezTo>
                    <a:pt x="5358" y="6049"/>
                    <a:pt x="5358" y="6168"/>
                    <a:pt x="5418" y="6227"/>
                  </a:cubicBezTo>
                  <a:cubicBezTo>
                    <a:pt x="5453" y="6251"/>
                    <a:pt x="5501" y="6263"/>
                    <a:pt x="5537" y="6263"/>
                  </a:cubicBezTo>
                  <a:cubicBezTo>
                    <a:pt x="5584" y="6263"/>
                    <a:pt x="5632" y="6251"/>
                    <a:pt x="5656" y="6227"/>
                  </a:cubicBezTo>
                  <a:lnTo>
                    <a:pt x="6573" y="5310"/>
                  </a:lnTo>
                  <a:cubicBezTo>
                    <a:pt x="6632" y="5251"/>
                    <a:pt x="6632" y="5132"/>
                    <a:pt x="6573" y="5072"/>
                  </a:cubicBezTo>
                  <a:lnTo>
                    <a:pt x="6072" y="4584"/>
                  </a:lnTo>
                  <a:lnTo>
                    <a:pt x="7918" y="2739"/>
                  </a:lnTo>
                  <a:cubicBezTo>
                    <a:pt x="7966" y="2667"/>
                    <a:pt x="7966" y="2560"/>
                    <a:pt x="7906" y="2489"/>
                  </a:cubicBezTo>
                  <a:lnTo>
                    <a:pt x="6882" y="1465"/>
                  </a:lnTo>
                  <a:cubicBezTo>
                    <a:pt x="6852" y="1435"/>
                    <a:pt x="6808" y="1420"/>
                    <a:pt x="6763" y="1420"/>
                  </a:cubicBezTo>
                  <a:cubicBezTo>
                    <a:pt x="6718" y="1420"/>
                    <a:pt x="6674" y="1435"/>
                    <a:pt x="6644" y="1465"/>
                  </a:cubicBezTo>
                  <a:cubicBezTo>
                    <a:pt x="6584" y="1524"/>
                    <a:pt x="6584" y="1643"/>
                    <a:pt x="6644" y="1703"/>
                  </a:cubicBezTo>
                  <a:lnTo>
                    <a:pt x="7549" y="2608"/>
                  </a:lnTo>
                  <a:lnTo>
                    <a:pt x="5822" y="4334"/>
                  </a:lnTo>
                  <a:lnTo>
                    <a:pt x="3620" y="2131"/>
                  </a:lnTo>
                  <a:lnTo>
                    <a:pt x="5346" y="405"/>
                  </a:lnTo>
                  <a:lnTo>
                    <a:pt x="6168" y="1226"/>
                  </a:lnTo>
                  <a:cubicBezTo>
                    <a:pt x="6197" y="1256"/>
                    <a:pt x="6242" y="1271"/>
                    <a:pt x="6287" y="1271"/>
                  </a:cubicBezTo>
                  <a:cubicBezTo>
                    <a:pt x="6331" y="1271"/>
                    <a:pt x="6376" y="1256"/>
                    <a:pt x="6406" y="1226"/>
                  </a:cubicBezTo>
                  <a:cubicBezTo>
                    <a:pt x="6465" y="1167"/>
                    <a:pt x="6465" y="1048"/>
                    <a:pt x="6406" y="988"/>
                  </a:cubicBezTo>
                  <a:lnTo>
                    <a:pt x="5465" y="48"/>
                  </a:lnTo>
                  <a:cubicBezTo>
                    <a:pt x="5441" y="12"/>
                    <a:pt x="5394" y="0"/>
                    <a:pt x="5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4" name="Google Shape;404;p28"/>
            <p:cNvSpPr/>
            <p:nvPr/>
          </p:nvSpPr>
          <p:spPr>
            <a:xfrm>
              <a:off x="2034480" y="3821914"/>
              <a:ext cx="31743" cy="31236"/>
            </a:xfrm>
            <a:custGeom>
              <a:avLst/>
              <a:gdLst/>
              <a:ahLst/>
              <a:cxnLst/>
              <a:rect l="l" t="t" r="r" b="b"/>
              <a:pathLst>
                <a:path w="1002" h="986" extrusionOk="0">
                  <a:moveTo>
                    <a:pt x="501" y="426"/>
                  </a:moveTo>
                  <a:lnTo>
                    <a:pt x="584" y="509"/>
                  </a:lnTo>
                  <a:lnTo>
                    <a:pt x="501" y="581"/>
                  </a:lnTo>
                  <a:lnTo>
                    <a:pt x="430" y="509"/>
                  </a:lnTo>
                  <a:lnTo>
                    <a:pt x="501" y="426"/>
                  </a:lnTo>
                  <a:close/>
                  <a:moveTo>
                    <a:pt x="501" y="0"/>
                  </a:moveTo>
                  <a:cubicBezTo>
                    <a:pt x="456" y="0"/>
                    <a:pt x="412" y="15"/>
                    <a:pt x="382" y="45"/>
                  </a:cubicBezTo>
                  <a:lnTo>
                    <a:pt x="60" y="366"/>
                  </a:lnTo>
                  <a:cubicBezTo>
                    <a:pt x="1" y="426"/>
                    <a:pt x="1" y="545"/>
                    <a:pt x="60" y="605"/>
                  </a:cubicBezTo>
                  <a:lnTo>
                    <a:pt x="382" y="938"/>
                  </a:lnTo>
                  <a:cubicBezTo>
                    <a:pt x="418" y="962"/>
                    <a:pt x="465" y="986"/>
                    <a:pt x="501" y="986"/>
                  </a:cubicBezTo>
                  <a:cubicBezTo>
                    <a:pt x="549" y="986"/>
                    <a:pt x="596" y="962"/>
                    <a:pt x="620" y="938"/>
                  </a:cubicBezTo>
                  <a:lnTo>
                    <a:pt x="953" y="605"/>
                  </a:lnTo>
                  <a:cubicBezTo>
                    <a:pt x="977" y="581"/>
                    <a:pt x="1001" y="533"/>
                    <a:pt x="1001" y="485"/>
                  </a:cubicBezTo>
                  <a:cubicBezTo>
                    <a:pt x="1001" y="450"/>
                    <a:pt x="977" y="402"/>
                    <a:pt x="953" y="366"/>
                  </a:cubicBezTo>
                  <a:lnTo>
                    <a:pt x="620" y="45"/>
                  </a:lnTo>
                  <a:cubicBezTo>
                    <a:pt x="590" y="15"/>
                    <a:pt x="546" y="0"/>
                    <a:pt x="5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2065431" y="3852359"/>
              <a:ext cx="31712" cy="31332"/>
            </a:xfrm>
            <a:custGeom>
              <a:avLst/>
              <a:gdLst/>
              <a:ahLst/>
              <a:cxnLst/>
              <a:rect l="l" t="t" r="r" b="b"/>
              <a:pathLst>
                <a:path w="1001" h="989" extrusionOk="0">
                  <a:moveTo>
                    <a:pt x="500" y="441"/>
                  </a:moveTo>
                  <a:lnTo>
                    <a:pt x="572" y="513"/>
                  </a:lnTo>
                  <a:lnTo>
                    <a:pt x="500" y="584"/>
                  </a:lnTo>
                  <a:lnTo>
                    <a:pt x="417" y="513"/>
                  </a:lnTo>
                  <a:lnTo>
                    <a:pt x="500" y="441"/>
                  </a:lnTo>
                  <a:close/>
                  <a:moveTo>
                    <a:pt x="500" y="1"/>
                  </a:moveTo>
                  <a:cubicBezTo>
                    <a:pt x="453" y="1"/>
                    <a:pt x="405" y="25"/>
                    <a:pt x="381" y="48"/>
                  </a:cubicBezTo>
                  <a:lnTo>
                    <a:pt x="48" y="382"/>
                  </a:lnTo>
                  <a:cubicBezTo>
                    <a:pt x="24" y="406"/>
                    <a:pt x="0" y="453"/>
                    <a:pt x="0" y="501"/>
                  </a:cubicBezTo>
                  <a:cubicBezTo>
                    <a:pt x="0" y="536"/>
                    <a:pt x="24" y="584"/>
                    <a:pt x="48" y="608"/>
                  </a:cubicBezTo>
                  <a:lnTo>
                    <a:pt x="381" y="941"/>
                  </a:lnTo>
                  <a:cubicBezTo>
                    <a:pt x="405" y="977"/>
                    <a:pt x="453" y="989"/>
                    <a:pt x="500" y="989"/>
                  </a:cubicBezTo>
                  <a:cubicBezTo>
                    <a:pt x="536" y="989"/>
                    <a:pt x="584" y="965"/>
                    <a:pt x="619" y="941"/>
                  </a:cubicBezTo>
                  <a:lnTo>
                    <a:pt x="941" y="608"/>
                  </a:lnTo>
                  <a:cubicBezTo>
                    <a:pt x="1000" y="560"/>
                    <a:pt x="1000" y="441"/>
                    <a:pt x="941" y="382"/>
                  </a:cubicBezTo>
                  <a:lnTo>
                    <a:pt x="619" y="48"/>
                  </a:lnTo>
                  <a:cubicBezTo>
                    <a:pt x="584" y="13"/>
                    <a:pt x="536" y="1"/>
                    <a:pt x="50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1768938" y="3922625"/>
              <a:ext cx="281413" cy="227367"/>
            </a:xfrm>
            <a:custGeom>
              <a:avLst/>
              <a:gdLst/>
              <a:ahLst/>
              <a:cxnLst/>
              <a:rect l="l" t="t" r="r" b="b"/>
              <a:pathLst>
                <a:path w="8883" h="7177" extrusionOk="0">
                  <a:moveTo>
                    <a:pt x="3347" y="0"/>
                  </a:moveTo>
                  <a:cubicBezTo>
                    <a:pt x="3302" y="0"/>
                    <a:pt x="3257" y="15"/>
                    <a:pt x="3228" y="45"/>
                  </a:cubicBezTo>
                  <a:lnTo>
                    <a:pt x="811" y="2450"/>
                  </a:lnTo>
                  <a:cubicBezTo>
                    <a:pt x="287" y="2962"/>
                    <a:pt x="1" y="3664"/>
                    <a:pt x="1" y="4414"/>
                  </a:cubicBezTo>
                  <a:cubicBezTo>
                    <a:pt x="1" y="5153"/>
                    <a:pt x="287" y="5843"/>
                    <a:pt x="811" y="6379"/>
                  </a:cubicBezTo>
                  <a:cubicBezTo>
                    <a:pt x="1323" y="6891"/>
                    <a:pt x="2025" y="7177"/>
                    <a:pt x="2775" y="7177"/>
                  </a:cubicBezTo>
                  <a:cubicBezTo>
                    <a:pt x="3513" y="7177"/>
                    <a:pt x="4204" y="6891"/>
                    <a:pt x="4740" y="6379"/>
                  </a:cubicBezTo>
                  <a:lnTo>
                    <a:pt x="8847" y="2271"/>
                  </a:lnTo>
                  <a:cubicBezTo>
                    <a:pt x="8883" y="2188"/>
                    <a:pt x="8883" y="2093"/>
                    <a:pt x="8812" y="2033"/>
                  </a:cubicBezTo>
                  <a:cubicBezTo>
                    <a:pt x="8782" y="2003"/>
                    <a:pt x="8737" y="1989"/>
                    <a:pt x="8693" y="1989"/>
                  </a:cubicBezTo>
                  <a:cubicBezTo>
                    <a:pt x="8648" y="1989"/>
                    <a:pt x="8603" y="2003"/>
                    <a:pt x="8573" y="2033"/>
                  </a:cubicBezTo>
                  <a:lnTo>
                    <a:pt x="4466" y="6141"/>
                  </a:lnTo>
                  <a:cubicBezTo>
                    <a:pt x="4001" y="6593"/>
                    <a:pt x="3394" y="6855"/>
                    <a:pt x="2751" y="6855"/>
                  </a:cubicBezTo>
                  <a:cubicBezTo>
                    <a:pt x="2096" y="6855"/>
                    <a:pt x="1489" y="6593"/>
                    <a:pt x="1049" y="6141"/>
                  </a:cubicBezTo>
                  <a:cubicBezTo>
                    <a:pt x="584" y="5677"/>
                    <a:pt x="322" y="5069"/>
                    <a:pt x="322" y="4426"/>
                  </a:cubicBezTo>
                  <a:cubicBezTo>
                    <a:pt x="322" y="3772"/>
                    <a:pt x="584" y="3164"/>
                    <a:pt x="1049" y="2712"/>
                  </a:cubicBezTo>
                  <a:lnTo>
                    <a:pt x="3466" y="283"/>
                  </a:lnTo>
                  <a:cubicBezTo>
                    <a:pt x="3525" y="223"/>
                    <a:pt x="3525" y="104"/>
                    <a:pt x="3466" y="45"/>
                  </a:cubicBezTo>
                  <a:cubicBezTo>
                    <a:pt x="3436" y="15"/>
                    <a:pt x="3391" y="0"/>
                    <a:pt x="3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1847790" y="3937704"/>
              <a:ext cx="143352" cy="127417"/>
            </a:xfrm>
            <a:custGeom>
              <a:avLst/>
              <a:gdLst/>
              <a:ahLst/>
              <a:cxnLst/>
              <a:rect l="l" t="t" r="r" b="b"/>
              <a:pathLst>
                <a:path w="4525" h="4022" extrusionOk="0">
                  <a:moveTo>
                    <a:pt x="3537" y="343"/>
                  </a:moveTo>
                  <a:cubicBezTo>
                    <a:pt x="3584" y="343"/>
                    <a:pt x="3632" y="367"/>
                    <a:pt x="3667" y="402"/>
                  </a:cubicBezTo>
                  <a:cubicBezTo>
                    <a:pt x="3751" y="486"/>
                    <a:pt x="3751" y="581"/>
                    <a:pt x="3667" y="664"/>
                  </a:cubicBezTo>
                  <a:cubicBezTo>
                    <a:pt x="3632" y="700"/>
                    <a:pt x="3587" y="718"/>
                    <a:pt x="3542" y="718"/>
                  </a:cubicBezTo>
                  <a:cubicBezTo>
                    <a:pt x="3498" y="718"/>
                    <a:pt x="3453" y="700"/>
                    <a:pt x="3417" y="664"/>
                  </a:cubicBezTo>
                  <a:cubicBezTo>
                    <a:pt x="3334" y="581"/>
                    <a:pt x="3334" y="462"/>
                    <a:pt x="3406" y="402"/>
                  </a:cubicBezTo>
                  <a:cubicBezTo>
                    <a:pt x="3441" y="379"/>
                    <a:pt x="3477" y="343"/>
                    <a:pt x="3537" y="343"/>
                  </a:cubicBezTo>
                  <a:close/>
                  <a:moveTo>
                    <a:pt x="2024" y="486"/>
                  </a:moveTo>
                  <a:cubicBezTo>
                    <a:pt x="2072" y="486"/>
                    <a:pt x="2108" y="498"/>
                    <a:pt x="2155" y="545"/>
                  </a:cubicBezTo>
                  <a:cubicBezTo>
                    <a:pt x="2227" y="617"/>
                    <a:pt x="2227" y="724"/>
                    <a:pt x="2155" y="795"/>
                  </a:cubicBezTo>
                  <a:cubicBezTo>
                    <a:pt x="2120" y="831"/>
                    <a:pt x="2075" y="849"/>
                    <a:pt x="2030" y="849"/>
                  </a:cubicBezTo>
                  <a:cubicBezTo>
                    <a:pt x="1986" y="849"/>
                    <a:pt x="1941" y="831"/>
                    <a:pt x="1905" y="795"/>
                  </a:cubicBezTo>
                  <a:cubicBezTo>
                    <a:pt x="1810" y="724"/>
                    <a:pt x="1810" y="605"/>
                    <a:pt x="1893" y="545"/>
                  </a:cubicBezTo>
                  <a:cubicBezTo>
                    <a:pt x="1917" y="509"/>
                    <a:pt x="1965" y="486"/>
                    <a:pt x="2024" y="486"/>
                  </a:cubicBezTo>
                  <a:close/>
                  <a:moveTo>
                    <a:pt x="3953" y="1676"/>
                  </a:moveTo>
                  <a:cubicBezTo>
                    <a:pt x="4001" y="1676"/>
                    <a:pt x="4048" y="1688"/>
                    <a:pt x="4084" y="1724"/>
                  </a:cubicBezTo>
                  <a:cubicBezTo>
                    <a:pt x="4156" y="1807"/>
                    <a:pt x="4156" y="1926"/>
                    <a:pt x="4072" y="1986"/>
                  </a:cubicBezTo>
                  <a:cubicBezTo>
                    <a:pt x="4037" y="2022"/>
                    <a:pt x="3992" y="2039"/>
                    <a:pt x="3947" y="2039"/>
                  </a:cubicBezTo>
                  <a:cubicBezTo>
                    <a:pt x="3903" y="2039"/>
                    <a:pt x="3858" y="2022"/>
                    <a:pt x="3822" y="1986"/>
                  </a:cubicBezTo>
                  <a:cubicBezTo>
                    <a:pt x="3751" y="1914"/>
                    <a:pt x="3751" y="1807"/>
                    <a:pt x="3822" y="1724"/>
                  </a:cubicBezTo>
                  <a:cubicBezTo>
                    <a:pt x="3858" y="1700"/>
                    <a:pt x="3894" y="1676"/>
                    <a:pt x="3953" y="1676"/>
                  </a:cubicBezTo>
                  <a:close/>
                  <a:moveTo>
                    <a:pt x="655" y="3129"/>
                  </a:moveTo>
                  <a:cubicBezTo>
                    <a:pt x="727" y="3129"/>
                    <a:pt x="786" y="3165"/>
                    <a:pt x="846" y="3200"/>
                  </a:cubicBezTo>
                  <a:cubicBezTo>
                    <a:pt x="893" y="3248"/>
                    <a:pt x="917" y="3319"/>
                    <a:pt x="917" y="3403"/>
                  </a:cubicBezTo>
                  <a:cubicBezTo>
                    <a:pt x="917" y="3474"/>
                    <a:pt x="893" y="3546"/>
                    <a:pt x="846" y="3593"/>
                  </a:cubicBezTo>
                  <a:cubicBezTo>
                    <a:pt x="798" y="3641"/>
                    <a:pt x="727" y="3665"/>
                    <a:pt x="655" y="3665"/>
                  </a:cubicBezTo>
                  <a:cubicBezTo>
                    <a:pt x="584" y="3665"/>
                    <a:pt x="524" y="3641"/>
                    <a:pt x="465" y="3593"/>
                  </a:cubicBezTo>
                  <a:cubicBezTo>
                    <a:pt x="417" y="3546"/>
                    <a:pt x="381" y="3474"/>
                    <a:pt x="381" y="3403"/>
                  </a:cubicBezTo>
                  <a:cubicBezTo>
                    <a:pt x="381" y="3319"/>
                    <a:pt x="417" y="3260"/>
                    <a:pt x="465" y="3200"/>
                  </a:cubicBezTo>
                  <a:cubicBezTo>
                    <a:pt x="512" y="3141"/>
                    <a:pt x="584" y="3129"/>
                    <a:pt x="655" y="3129"/>
                  </a:cubicBezTo>
                  <a:close/>
                  <a:moveTo>
                    <a:pt x="3513" y="0"/>
                  </a:moveTo>
                  <a:cubicBezTo>
                    <a:pt x="3379" y="0"/>
                    <a:pt x="3245" y="51"/>
                    <a:pt x="3144" y="152"/>
                  </a:cubicBezTo>
                  <a:cubicBezTo>
                    <a:pt x="2977" y="319"/>
                    <a:pt x="2941" y="557"/>
                    <a:pt x="3036" y="748"/>
                  </a:cubicBezTo>
                  <a:lnTo>
                    <a:pt x="2132" y="1652"/>
                  </a:lnTo>
                  <a:lnTo>
                    <a:pt x="1572" y="2212"/>
                  </a:lnTo>
                  <a:lnTo>
                    <a:pt x="1334" y="1974"/>
                  </a:lnTo>
                  <a:cubicBezTo>
                    <a:pt x="1215" y="1855"/>
                    <a:pt x="1215" y="1676"/>
                    <a:pt x="1334" y="1569"/>
                  </a:cubicBezTo>
                  <a:lnTo>
                    <a:pt x="1774" y="1141"/>
                  </a:lnTo>
                  <a:cubicBezTo>
                    <a:pt x="1846" y="1164"/>
                    <a:pt x="1917" y="1200"/>
                    <a:pt x="1989" y="1200"/>
                  </a:cubicBezTo>
                  <a:cubicBezTo>
                    <a:pt x="2132" y="1200"/>
                    <a:pt x="2263" y="1152"/>
                    <a:pt x="2370" y="1045"/>
                  </a:cubicBezTo>
                  <a:cubicBezTo>
                    <a:pt x="2572" y="843"/>
                    <a:pt x="2572" y="509"/>
                    <a:pt x="2370" y="307"/>
                  </a:cubicBezTo>
                  <a:cubicBezTo>
                    <a:pt x="2263" y="200"/>
                    <a:pt x="2129" y="146"/>
                    <a:pt x="1995" y="146"/>
                  </a:cubicBezTo>
                  <a:cubicBezTo>
                    <a:pt x="1861" y="146"/>
                    <a:pt x="1727" y="200"/>
                    <a:pt x="1620" y="307"/>
                  </a:cubicBezTo>
                  <a:cubicBezTo>
                    <a:pt x="1453" y="462"/>
                    <a:pt x="1429" y="700"/>
                    <a:pt x="1512" y="902"/>
                  </a:cubicBezTo>
                  <a:lnTo>
                    <a:pt x="1084" y="1331"/>
                  </a:lnTo>
                  <a:cubicBezTo>
                    <a:pt x="846" y="1569"/>
                    <a:pt x="846" y="1974"/>
                    <a:pt x="1084" y="2224"/>
                  </a:cubicBezTo>
                  <a:lnTo>
                    <a:pt x="1322" y="2462"/>
                  </a:lnTo>
                  <a:lnTo>
                    <a:pt x="905" y="2879"/>
                  </a:lnTo>
                  <a:cubicBezTo>
                    <a:pt x="812" y="2827"/>
                    <a:pt x="709" y="2802"/>
                    <a:pt x="607" y="2802"/>
                  </a:cubicBezTo>
                  <a:cubicBezTo>
                    <a:pt x="450" y="2802"/>
                    <a:pt x="295" y="2863"/>
                    <a:pt x="179" y="2986"/>
                  </a:cubicBezTo>
                  <a:cubicBezTo>
                    <a:pt x="60" y="3105"/>
                    <a:pt x="0" y="3248"/>
                    <a:pt x="0" y="3415"/>
                  </a:cubicBezTo>
                  <a:cubicBezTo>
                    <a:pt x="0" y="3581"/>
                    <a:pt x="60" y="3724"/>
                    <a:pt x="179" y="3843"/>
                  </a:cubicBezTo>
                  <a:cubicBezTo>
                    <a:pt x="298" y="3962"/>
                    <a:pt x="441" y="4022"/>
                    <a:pt x="608" y="4022"/>
                  </a:cubicBezTo>
                  <a:cubicBezTo>
                    <a:pt x="774" y="4022"/>
                    <a:pt x="917" y="3962"/>
                    <a:pt x="1036" y="3843"/>
                  </a:cubicBezTo>
                  <a:cubicBezTo>
                    <a:pt x="1155" y="3724"/>
                    <a:pt x="1215" y="3581"/>
                    <a:pt x="1215" y="3415"/>
                  </a:cubicBezTo>
                  <a:cubicBezTo>
                    <a:pt x="1215" y="3307"/>
                    <a:pt x="1191" y="3200"/>
                    <a:pt x="1143" y="3117"/>
                  </a:cubicBezTo>
                  <a:lnTo>
                    <a:pt x="2227" y="2033"/>
                  </a:lnTo>
                  <a:lnTo>
                    <a:pt x="2513" y="2307"/>
                  </a:lnTo>
                  <a:cubicBezTo>
                    <a:pt x="2679" y="2474"/>
                    <a:pt x="2905" y="2569"/>
                    <a:pt x="3108" y="2569"/>
                  </a:cubicBezTo>
                  <a:cubicBezTo>
                    <a:pt x="3322" y="2569"/>
                    <a:pt x="3513" y="2486"/>
                    <a:pt x="3679" y="2343"/>
                  </a:cubicBezTo>
                  <a:cubicBezTo>
                    <a:pt x="3751" y="2367"/>
                    <a:pt x="3822" y="2403"/>
                    <a:pt x="3894" y="2403"/>
                  </a:cubicBezTo>
                  <a:cubicBezTo>
                    <a:pt x="4037" y="2403"/>
                    <a:pt x="4168" y="2355"/>
                    <a:pt x="4275" y="2248"/>
                  </a:cubicBezTo>
                  <a:cubicBezTo>
                    <a:pt x="4525" y="2033"/>
                    <a:pt x="4525" y="1700"/>
                    <a:pt x="4310" y="1498"/>
                  </a:cubicBezTo>
                  <a:cubicBezTo>
                    <a:pt x="4209" y="1391"/>
                    <a:pt x="4075" y="1337"/>
                    <a:pt x="3941" y="1337"/>
                  </a:cubicBezTo>
                  <a:cubicBezTo>
                    <a:pt x="3807" y="1337"/>
                    <a:pt x="3673" y="1391"/>
                    <a:pt x="3572" y="1498"/>
                  </a:cubicBezTo>
                  <a:cubicBezTo>
                    <a:pt x="3406" y="1652"/>
                    <a:pt x="3382" y="1891"/>
                    <a:pt x="3465" y="2093"/>
                  </a:cubicBezTo>
                  <a:cubicBezTo>
                    <a:pt x="3377" y="2175"/>
                    <a:pt x="3267" y="2214"/>
                    <a:pt x="3155" y="2214"/>
                  </a:cubicBezTo>
                  <a:cubicBezTo>
                    <a:pt x="3023" y="2214"/>
                    <a:pt x="2889" y="2160"/>
                    <a:pt x="2786" y="2057"/>
                  </a:cubicBezTo>
                  <a:lnTo>
                    <a:pt x="2501" y="1772"/>
                  </a:lnTo>
                  <a:lnTo>
                    <a:pt x="3286" y="986"/>
                  </a:lnTo>
                  <a:cubicBezTo>
                    <a:pt x="3358" y="1021"/>
                    <a:pt x="3441" y="1045"/>
                    <a:pt x="3513" y="1045"/>
                  </a:cubicBezTo>
                  <a:cubicBezTo>
                    <a:pt x="3644" y="1045"/>
                    <a:pt x="3775" y="998"/>
                    <a:pt x="3882" y="902"/>
                  </a:cubicBezTo>
                  <a:cubicBezTo>
                    <a:pt x="4096" y="688"/>
                    <a:pt x="4096" y="367"/>
                    <a:pt x="3882" y="152"/>
                  </a:cubicBezTo>
                  <a:cubicBezTo>
                    <a:pt x="3781" y="51"/>
                    <a:pt x="3647" y="0"/>
                    <a:pt x="35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86" name="Google Shape;2922;p55"/>
          <p:cNvGrpSpPr/>
          <p:nvPr/>
        </p:nvGrpSpPr>
        <p:grpSpPr>
          <a:xfrm>
            <a:off x="2408318" y="3604110"/>
            <a:ext cx="354586" cy="356254"/>
            <a:chOff x="-34405525" y="3558075"/>
            <a:chExt cx="292225" cy="293600"/>
          </a:xfrm>
        </p:grpSpPr>
        <p:sp>
          <p:nvSpPr>
            <p:cNvPr id="187" name="Google Shape;2923;p55"/>
            <p:cNvSpPr/>
            <p:nvPr/>
          </p:nvSpPr>
          <p:spPr>
            <a:xfrm>
              <a:off x="-34303150" y="3663825"/>
              <a:ext cx="189850" cy="187850"/>
            </a:xfrm>
            <a:custGeom>
              <a:avLst/>
              <a:gdLst/>
              <a:ahLst/>
              <a:cxnLst/>
              <a:rect l="l" t="t" r="r" b="b"/>
              <a:pathLst>
                <a:path w="7594" h="7514" extrusionOk="0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8" name="Google Shape;2924;p55"/>
            <p:cNvSpPr/>
            <p:nvPr/>
          </p:nvSpPr>
          <p:spPr>
            <a:xfrm>
              <a:off x="-34250375" y="3565950"/>
              <a:ext cx="46500" cy="46500"/>
            </a:xfrm>
            <a:custGeom>
              <a:avLst/>
              <a:gdLst/>
              <a:ahLst/>
              <a:cxnLst/>
              <a:rect l="l" t="t" r="r" b="b"/>
              <a:pathLst>
                <a:path w="1860" h="1860" extrusionOk="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89" name="Google Shape;2925;p55"/>
            <p:cNvSpPr/>
            <p:nvPr/>
          </p:nvSpPr>
          <p:spPr>
            <a:xfrm>
              <a:off x="-34405525" y="3558075"/>
              <a:ext cx="206375" cy="276475"/>
            </a:xfrm>
            <a:custGeom>
              <a:avLst/>
              <a:gdLst/>
              <a:ahLst/>
              <a:cxnLst/>
              <a:rect l="l" t="t" r="r" b="b"/>
              <a:pathLst>
                <a:path w="8255" h="11059" extrusionOk="0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grpSp>
        <p:nvGrpSpPr>
          <p:cNvPr id="190" name="Google Shape;656;p31"/>
          <p:cNvGrpSpPr/>
          <p:nvPr/>
        </p:nvGrpSpPr>
        <p:grpSpPr>
          <a:xfrm>
            <a:off x="2382308" y="2501023"/>
            <a:ext cx="356221" cy="356257"/>
            <a:chOff x="-13512225" y="3211525"/>
            <a:chExt cx="353675" cy="353675"/>
          </a:xfrm>
        </p:grpSpPr>
        <p:sp>
          <p:nvSpPr>
            <p:cNvPr id="191" name="Google Shape;657;p31"/>
            <p:cNvSpPr/>
            <p:nvPr/>
          </p:nvSpPr>
          <p:spPr>
            <a:xfrm>
              <a:off x="-13283825" y="3482475"/>
              <a:ext cx="125275" cy="82725"/>
            </a:xfrm>
            <a:custGeom>
              <a:avLst/>
              <a:gdLst/>
              <a:ahLst/>
              <a:cxnLst/>
              <a:rect l="l" t="t" r="r" b="b"/>
              <a:pathLst>
                <a:path w="5011" h="3309" extrusionOk="0">
                  <a:moveTo>
                    <a:pt x="1671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1" y="3308"/>
                  </a:cubicBezTo>
                  <a:cubicBezTo>
                    <a:pt x="2269" y="3308"/>
                    <a:pt x="2584" y="3056"/>
                    <a:pt x="4790" y="1985"/>
                  </a:cubicBezTo>
                  <a:cubicBezTo>
                    <a:pt x="4884" y="1953"/>
                    <a:pt x="5010" y="1796"/>
                    <a:pt x="5010" y="1638"/>
                  </a:cubicBezTo>
                  <a:cubicBezTo>
                    <a:pt x="5010" y="1481"/>
                    <a:pt x="4947" y="1323"/>
                    <a:pt x="4790" y="1292"/>
                  </a:cubicBezTo>
                  <a:cubicBezTo>
                    <a:pt x="2584" y="221"/>
                    <a:pt x="2269" y="0"/>
                    <a:pt x="1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92" name="Google Shape;658;p31"/>
            <p:cNvSpPr/>
            <p:nvPr/>
          </p:nvSpPr>
          <p:spPr>
            <a:xfrm>
              <a:off x="-13512225" y="3211525"/>
              <a:ext cx="353675" cy="249700"/>
            </a:xfrm>
            <a:custGeom>
              <a:avLst/>
              <a:gdLst/>
              <a:ahLst/>
              <a:cxnLst/>
              <a:rect l="l" t="t" r="r" b="b"/>
              <a:pathLst>
                <a:path w="14147" h="9988" extrusionOk="0">
                  <a:moveTo>
                    <a:pt x="6679" y="1702"/>
                  </a:moveTo>
                  <a:cubicBezTo>
                    <a:pt x="7152" y="1702"/>
                    <a:pt x="7499" y="2048"/>
                    <a:pt x="7499" y="2521"/>
                  </a:cubicBezTo>
                  <a:cubicBezTo>
                    <a:pt x="7499" y="2993"/>
                    <a:pt x="7152" y="3340"/>
                    <a:pt x="6679" y="3340"/>
                  </a:cubicBezTo>
                  <a:cubicBezTo>
                    <a:pt x="6207" y="3340"/>
                    <a:pt x="5829" y="2993"/>
                    <a:pt x="5829" y="2521"/>
                  </a:cubicBezTo>
                  <a:cubicBezTo>
                    <a:pt x="5829" y="2048"/>
                    <a:pt x="6207" y="1702"/>
                    <a:pt x="6679" y="1702"/>
                  </a:cubicBezTo>
                  <a:close/>
                  <a:moveTo>
                    <a:pt x="4191" y="2143"/>
                  </a:moveTo>
                  <a:cubicBezTo>
                    <a:pt x="4663" y="2143"/>
                    <a:pt x="5010" y="2489"/>
                    <a:pt x="5010" y="2962"/>
                  </a:cubicBezTo>
                  <a:cubicBezTo>
                    <a:pt x="5010" y="3434"/>
                    <a:pt x="4663" y="3781"/>
                    <a:pt x="4191" y="3781"/>
                  </a:cubicBezTo>
                  <a:cubicBezTo>
                    <a:pt x="3718" y="3781"/>
                    <a:pt x="3371" y="3434"/>
                    <a:pt x="3371" y="2962"/>
                  </a:cubicBezTo>
                  <a:cubicBezTo>
                    <a:pt x="3371" y="2489"/>
                    <a:pt x="3718" y="2143"/>
                    <a:pt x="4191" y="2143"/>
                  </a:cubicBezTo>
                  <a:close/>
                  <a:moveTo>
                    <a:pt x="2521" y="4191"/>
                  </a:moveTo>
                  <a:cubicBezTo>
                    <a:pt x="2993" y="4191"/>
                    <a:pt x="3371" y="4537"/>
                    <a:pt x="3371" y="5010"/>
                  </a:cubicBezTo>
                  <a:cubicBezTo>
                    <a:pt x="3371" y="5482"/>
                    <a:pt x="2993" y="5829"/>
                    <a:pt x="2521" y="5829"/>
                  </a:cubicBezTo>
                  <a:cubicBezTo>
                    <a:pt x="2048" y="5829"/>
                    <a:pt x="1702" y="5482"/>
                    <a:pt x="1702" y="5010"/>
                  </a:cubicBezTo>
                  <a:cubicBezTo>
                    <a:pt x="1702" y="4537"/>
                    <a:pt x="2048" y="4191"/>
                    <a:pt x="2521" y="4191"/>
                  </a:cubicBezTo>
                  <a:close/>
                  <a:moveTo>
                    <a:pt x="10397" y="3340"/>
                  </a:moveTo>
                  <a:cubicBezTo>
                    <a:pt x="11563" y="3340"/>
                    <a:pt x="12508" y="4096"/>
                    <a:pt x="12508" y="5010"/>
                  </a:cubicBezTo>
                  <a:cubicBezTo>
                    <a:pt x="12508" y="5923"/>
                    <a:pt x="11563" y="6648"/>
                    <a:pt x="10397" y="6648"/>
                  </a:cubicBezTo>
                  <a:cubicBezTo>
                    <a:pt x="9263" y="6648"/>
                    <a:pt x="8318" y="5892"/>
                    <a:pt x="8318" y="5010"/>
                  </a:cubicBezTo>
                  <a:cubicBezTo>
                    <a:pt x="8318" y="4096"/>
                    <a:pt x="9263" y="3340"/>
                    <a:pt x="10397" y="3340"/>
                  </a:cubicBezTo>
                  <a:close/>
                  <a:moveTo>
                    <a:pt x="4191" y="6270"/>
                  </a:moveTo>
                  <a:cubicBezTo>
                    <a:pt x="4663" y="6270"/>
                    <a:pt x="5010" y="6616"/>
                    <a:pt x="5010" y="7089"/>
                  </a:cubicBezTo>
                  <a:cubicBezTo>
                    <a:pt x="5010" y="7562"/>
                    <a:pt x="4663" y="7908"/>
                    <a:pt x="4191" y="7908"/>
                  </a:cubicBezTo>
                  <a:cubicBezTo>
                    <a:pt x="3718" y="7908"/>
                    <a:pt x="3371" y="7562"/>
                    <a:pt x="3371" y="7089"/>
                  </a:cubicBezTo>
                  <a:cubicBezTo>
                    <a:pt x="3371" y="6616"/>
                    <a:pt x="3718" y="6270"/>
                    <a:pt x="4191" y="6270"/>
                  </a:cubicBezTo>
                  <a:close/>
                  <a:moveTo>
                    <a:pt x="6679" y="6648"/>
                  </a:moveTo>
                  <a:cubicBezTo>
                    <a:pt x="7152" y="6648"/>
                    <a:pt x="7499" y="6994"/>
                    <a:pt x="7499" y="7499"/>
                  </a:cubicBezTo>
                  <a:cubicBezTo>
                    <a:pt x="7499" y="7971"/>
                    <a:pt x="7152" y="8318"/>
                    <a:pt x="6679" y="8318"/>
                  </a:cubicBezTo>
                  <a:cubicBezTo>
                    <a:pt x="6207" y="8318"/>
                    <a:pt x="5829" y="7971"/>
                    <a:pt x="5829" y="7499"/>
                  </a:cubicBezTo>
                  <a:cubicBezTo>
                    <a:pt x="5829" y="7057"/>
                    <a:pt x="6207" y="6648"/>
                    <a:pt x="6679" y="6648"/>
                  </a:cubicBezTo>
                  <a:close/>
                  <a:moveTo>
                    <a:pt x="7089" y="0"/>
                  </a:moveTo>
                  <a:cubicBezTo>
                    <a:pt x="3245" y="0"/>
                    <a:pt x="63" y="2237"/>
                    <a:pt x="63" y="5010"/>
                  </a:cubicBezTo>
                  <a:cubicBezTo>
                    <a:pt x="0" y="7751"/>
                    <a:pt x="3214" y="9987"/>
                    <a:pt x="7089" y="9987"/>
                  </a:cubicBezTo>
                  <a:cubicBezTo>
                    <a:pt x="10964" y="9987"/>
                    <a:pt x="14146" y="7751"/>
                    <a:pt x="14146" y="5010"/>
                  </a:cubicBezTo>
                  <a:cubicBezTo>
                    <a:pt x="14146" y="2300"/>
                    <a:pt x="10964" y="0"/>
                    <a:pt x="708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93" name="Google Shape;659;p31"/>
            <p:cNvSpPr/>
            <p:nvPr/>
          </p:nvSpPr>
          <p:spPr>
            <a:xfrm>
              <a:off x="-13512225" y="3483250"/>
              <a:ext cx="100050" cy="81150"/>
            </a:xfrm>
            <a:custGeom>
              <a:avLst/>
              <a:gdLst/>
              <a:ahLst/>
              <a:cxnLst/>
              <a:rect l="l" t="t" r="r" b="b"/>
              <a:pathLst>
                <a:path w="4002" h="3246" extrusionOk="0">
                  <a:moveTo>
                    <a:pt x="4002" y="1"/>
                  </a:moveTo>
                  <a:cubicBezTo>
                    <a:pt x="2206" y="127"/>
                    <a:pt x="63" y="536"/>
                    <a:pt x="63" y="1607"/>
                  </a:cubicBezTo>
                  <a:cubicBezTo>
                    <a:pt x="0" y="2710"/>
                    <a:pt x="2174" y="3120"/>
                    <a:pt x="4002" y="3246"/>
                  </a:cubicBezTo>
                  <a:cubicBezTo>
                    <a:pt x="3592" y="2805"/>
                    <a:pt x="3371" y="2206"/>
                    <a:pt x="3371" y="1607"/>
                  </a:cubicBezTo>
                  <a:cubicBezTo>
                    <a:pt x="3371" y="1040"/>
                    <a:pt x="3592" y="442"/>
                    <a:pt x="40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94" name="Google Shape;660;p31"/>
            <p:cNvSpPr/>
            <p:nvPr/>
          </p:nvSpPr>
          <p:spPr>
            <a:xfrm>
              <a:off x="-13407475" y="3483250"/>
              <a:ext cx="36250" cy="81150"/>
            </a:xfrm>
            <a:custGeom>
              <a:avLst/>
              <a:gdLst/>
              <a:ahLst/>
              <a:cxnLst/>
              <a:rect l="l" t="t" r="r" b="b"/>
              <a:pathLst>
                <a:path w="1450" h="3246" extrusionOk="0">
                  <a:moveTo>
                    <a:pt x="1418" y="1"/>
                  </a:moveTo>
                  <a:lnTo>
                    <a:pt x="1418" y="1"/>
                  </a:lnTo>
                  <a:cubicBezTo>
                    <a:pt x="1103" y="32"/>
                    <a:pt x="788" y="190"/>
                    <a:pt x="505" y="442"/>
                  </a:cubicBezTo>
                  <a:cubicBezTo>
                    <a:pt x="190" y="757"/>
                    <a:pt x="1" y="1166"/>
                    <a:pt x="1" y="1607"/>
                  </a:cubicBezTo>
                  <a:cubicBezTo>
                    <a:pt x="1" y="2048"/>
                    <a:pt x="158" y="2489"/>
                    <a:pt x="505" y="2805"/>
                  </a:cubicBezTo>
                  <a:cubicBezTo>
                    <a:pt x="788" y="3025"/>
                    <a:pt x="1103" y="3183"/>
                    <a:pt x="1450" y="3246"/>
                  </a:cubicBezTo>
                  <a:cubicBezTo>
                    <a:pt x="1072" y="2805"/>
                    <a:pt x="820" y="2206"/>
                    <a:pt x="820" y="1607"/>
                  </a:cubicBezTo>
                  <a:cubicBezTo>
                    <a:pt x="820" y="977"/>
                    <a:pt x="1072" y="442"/>
                    <a:pt x="1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  <p:sp>
          <p:nvSpPr>
            <p:cNvPr id="195" name="Google Shape;661;p31"/>
            <p:cNvSpPr/>
            <p:nvPr/>
          </p:nvSpPr>
          <p:spPr>
            <a:xfrm>
              <a:off x="-13366525" y="3485625"/>
              <a:ext cx="70125" cy="76425"/>
            </a:xfrm>
            <a:custGeom>
              <a:avLst/>
              <a:gdLst/>
              <a:ahLst/>
              <a:cxnLst/>
              <a:rect l="l" t="t" r="r" b="b"/>
              <a:pathLst>
                <a:path w="2805" h="3057" extrusionOk="0">
                  <a:moveTo>
                    <a:pt x="1072" y="0"/>
                  </a:moveTo>
                  <a:cubicBezTo>
                    <a:pt x="442" y="221"/>
                    <a:pt x="1" y="819"/>
                    <a:pt x="1" y="1512"/>
                  </a:cubicBezTo>
                  <a:cubicBezTo>
                    <a:pt x="1" y="2237"/>
                    <a:pt x="442" y="2836"/>
                    <a:pt x="1072" y="3056"/>
                  </a:cubicBezTo>
                  <a:cubicBezTo>
                    <a:pt x="1702" y="2962"/>
                    <a:pt x="2301" y="2867"/>
                    <a:pt x="2805" y="2710"/>
                  </a:cubicBezTo>
                  <a:cubicBezTo>
                    <a:pt x="2616" y="2363"/>
                    <a:pt x="2490" y="1953"/>
                    <a:pt x="2490" y="1512"/>
                  </a:cubicBezTo>
                  <a:cubicBezTo>
                    <a:pt x="2490" y="1071"/>
                    <a:pt x="2616" y="693"/>
                    <a:pt x="2805" y="347"/>
                  </a:cubicBezTo>
                  <a:cubicBezTo>
                    <a:pt x="2301" y="189"/>
                    <a:pt x="1702" y="63"/>
                    <a:pt x="10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" pitchFamily="2" charset="0"/>
                <a:ea typeface="Roboto" pitchFamily="2" charset="0"/>
              </a:endParaRPr>
            </a:p>
          </p:txBody>
        </p:sp>
      </p:grpSp>
      <p:sp>
        <p:nvSpPr>
          <p:cNvPr id="196" name="Google Shape;287;p28"/>
          <p:cNvSpPr txBox="1"/>
          <p:nvPr/>
        </p:nvSpPr>
        <p:spPr>
          <a:xfrm>
            <a:off x="448475" y="1566386"/>
            <a:ext cx="1600200" cy="371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1200" dirty="0" smtClean="0">
                <a:latin typeface="Roboto" pitchFamily="2" charset="0"/>
                <a:ea typeface="Roboto" pitchFamily="2" charset="0"/>
                <a:cs typeface="Roboto"/>
              </a:rPr>
              <a:t>1. </a:t>
            </a:r>
            <a:r>
              <a:rPr lang="vi-VN" sz="1200" dirty="0" smtClean="0">
                <a:latin typeface="Roboto" pitchFamily="2" charset="0"/>
                <a:ea typeface="Roboto" pitchFamily="2" charset="0"/>
                <a:cs typeface="Roboto"/>
              </a:rPr>
              <a:t>Xác </a:t>
            </a:r>
            <a:r>
              <a:rPr lang="vi-VN" sz="1200" dirty="0">
                <a:latin typeface="Roboto" pitchFamily="2" charset="0"/>
                <a:ea typeface="Roboto" pitchFamily="2" charset="0"/>
                <a:cs typeface="Roboto"/>
              </a:rPr>
              <a:t>định yêu cầu</a:t>
            </a:r>
            <a:endParaRPr lang="vi-VN" sz="1200" dirty="0">
              <a:latin typeface="Roboto" pitchFamily="2" charset="0"/>
              <a:ea typeface="Roboto" pitchFamily="2" charset="0"/>
              <a:cs typeface="Roboto"/>
              <a:sym typeface="Roboto"/>
            </a:endParaRPr>
          </a:p>
        </p:txBody>
      </p:sp>
      <p:pic>
        <p:nvPicPr>
          <p:cNvPr id="179" name="Picture 178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  <p:bldP spid="273" grpId="0"/>
      <p:bldP spid="274" grpId="0"/>
      <p:bldP spid="275" grpId="0"/>
      <p:bldP spid="276" grpId="0" animBg="1"/>
      <p:bldP spid="277" grpId="0"/>
      <p:bldP spid="278" grpId="0"/>
      <p:bldP spid="279" grpId="0"/>
      <p:bldP spid="280" grpId="0" animBg="1"/>
      <p:bldP spid="281" grpId="0"/>
      <p:bldP spid="282" grpId="0"/>
      <p:bldP spid="287" grpId="0"/>
      <p:bldP spid="289" grpId="0"/>
      <p:bldP spid="291" grpId="0"/>
      <p:bldP spid="291" grpId="1"/>
      <p:bldP spid="293" grpId="0"/>
      <p:bldP spid="295" grpId="0"/>
      <p:bldP spid="302" grpId="0" animBg="1"/>
      <p:bldP spid="307" grpId="0" animBg="1"/>
      <p:bldP spid="313" grpId="0" animBg="1"/>
      <p:bldP spid="318" grpId="0" animBg="1"/>
      <p:bldP spid="323" grpId="0" animBg="1"/>
      <p:bldP spid="335" grpId="0" animBg="1"/>
      <p:bldP spid="19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itchFamily="2" charset="0"/>
                <a:ea typeface="Roboto" pitchFamily="2" charset="0"/>
              </a:rPr>
              <a:t>2.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tra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,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là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gì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? 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057225"/>
            <a:ext cx="5403300" cy="1085900"/>
          </a:xfrm>
        </p:spPr>
        <p:txBody>
          <a:bodyPr/>
          <a:lstStyle/>
          <a:p>
            <a:r>
              <a:rPr lang="vi-VN" dirty="0">
                <a:latin typeface="Roboto" pitchFamily="2" charset="0"/>
                <a:ea typeface="Roboto" pitchFamily="2" charset="0"/>
                <a:sym typeface="Arial"/>
              </a:rPr>
              <a:t>Kiểm thử phần mềm là một quá trình thực hiện một chương trình hoặc ứng dụng với mục đích tìm ra các lỗi phần mềm.</a:t>
            </a:r>
            <a:endParaRPr lang="en-US" dirty="0">
              <a:latin typeface="Roboto" pitchFamily="2" charset="0"/>
              <a:ea typeface="Roboto" pitchFamily="2" charset="0"/>
            </a:endParaRP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1026" name="Picture 2" descr="C:\Users\LeHieu\Downloads\bug-trackin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950" y="805708"/>
            <a:ext cx="2065732" cy="1548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375750" y="241797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dirty="0" smtClean="0">
                <a:latin typeface="Roboto" pitchFamily="2" charset="0"/>
                <a:ea typeface="Roboto" pitchFamily="2" charset="0"/>
              </a:rPr>
              <a:t>3. Tester (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Người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phần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mềm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)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là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gì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? 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9" name="Text Placeholder 2"/>
          <p:cNvSpPr txBox="1">
            <a:spLocks/>
          </p:cNvSpPr>
          <p:nvPr/>
        </p:nvSpPr>
        <p:spPr>
          <a:xfrm>
            <a:off x="375750" y="3090312"/>
            <a:ext cx="5403300" cy="10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r>
              <a:rPr lang="en-US" dirty="0" err="1" smtClean="0">
                <a:latin typeface="Roboto" pitchFamily="2" charset="0"/>
                <a:ea typeface="Roboto" pitchFamily="2" charset="0"/>
              </a:rPr>
              <a:t>Người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phần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mềm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để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tìm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kiếm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các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lỗi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,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sai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sót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, hay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bất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cứ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vấn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đề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nào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mà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có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thể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ảnh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hưởng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đến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chất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lượng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phần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mềm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.</a:t>
            </a: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4" name="Picture 2" descr="C:\Users\LeHieu\Downloads\bug-test-and-refactor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224" y="3090312"/>
            <a:ext cx="1815184" cy="12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9879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  <p:bldP spid="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593463" y="392864"/>
            <a:ext cx="42438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dirty="0">
                <a:latin typeface="Roboto" pitchFamily="2" charset="0"/>
                <a:ea typeface="Roboto" pitchFamily="2" charset="0"/>
              </a:rPr>
              <a:t>3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.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Mục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tiêu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448321" y="930185"/>
            <a:ext cx="7708708" cy="3054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lvl="0">
              <a:lnSpc>
                <a:spcPct val="200000"/>
              </a:lnSpc>
            </a:pPr>
            <a:r>
              <a:rPr lang="en-US" dirty="0" err="1">
                <a:latin typeface="Roboto" pitchFamily="2" charset="0"/>
                <a:ea typeface="Roboto" pitchFamily="2" charset="0"/>
              </a:rPr>
              <a:t>Tìm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các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lỗi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phát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sinh</a:t>
            </a:r>
            <a:r>
              <a:rPr lang="en-US" dirty="0">
                <a:latin typeface="Roboto" pitchFamily="2" charset="0"/>
                <a:ea typeface="Roboto" pitchFamily="2" charset="0"/>
              </a:rPr>
              <a:t> do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người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phát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triển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tạo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ra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khi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lập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trình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.</a:t>
            </a:r>
            <a:endParaRPr lang="en-US" dirty="0">
              <a:latin typeface="Roboto" pitchFamily="2" charset="0"/>
              <a:ea typeface="Roboto" pitchFamily="2" charset="0"/>
            </a:endParaRPr>
          </a:p>
          <a:p>
            <a:pPr lvl="0">
              <a:lnSpc>
                <a:spcPct val="200000"/>
              </a:lnSpc>
            </a:pPr>
            <a:r>
              <a:rPr lang="en-US" dirty="0" err="1" smtClean="0">
                <a:latin typeface="Roboto" pitchFamily="2" charset="0"/>
                <a:ea typeface="Roboto" pitchFamily="2" charset="0"/>
              </a:rPr>
              <a:t>Để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ngăn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ngừa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lỗi</a:t>
            </a:r>
            <a:r>
              <a:rPr lang="en-US" dirty="0">
                <a:latin typeface="Roboto" pitchFamily="2" charset="0"/>
                <a:ea typeface="Roboto" pitchFamily="2" charset="0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en-US" dirty="0" err="1">
                <a:latin typeface="Roboto" pitchFamily="2" charset="0"/>
                <a:ea typeface="Roboto" pitchFamily="2" charset="0"/>
              </a:rPr>
              <a:t>Đảm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bảo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rằng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kết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quả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cuối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cùng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đáp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ứng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các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yêu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cầu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kinh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doanh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và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người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sử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dụng</a:t>
            </a:r>
            <a:r>
              <a:rPr lang="en-US" dirty="0">
                <a:latin typeface="Roboto" pitchFamily="2" charset="0"/>
                <a:ea typeface="Roboto" pitchFamily="2" charset="0"/>
              </a:rPr>
              <a:t>.</a:t>
            </a:r>
          </a:p>
          <a:p>
            <a:pPr lvl="0">
              <a:lnSpc>
                <a:spcPct val="200000"/>
              </a:lnSpc>
            </a:pPr>
            <a:r>
              <a:rPr lang="en-US" dirty="0" err="1">
                <a:latin typeface="Roboto" pitchFamily="2" charset="0"/>
                <a:ea typeface="Roboto" pitchFamily="2" charset="0"/>
              </a:rPr>
              <a:t>Để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đạt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được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sự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tín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nhiệm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của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khách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hàng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bằng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cách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cung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cấp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cho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họ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một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sản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phẩm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chất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lượng</a:t>
            </a:r>
            <a:r>
              <a:rPr lang="en-US" dirty="0">
                <a:latin typeface="Roboto" pitchFamily="2" charset="0"/>
                <a:ea typeface="Roboto" pitchFamily="2" charset="0"/>
              </a:rPr>
              <a:t>.</a:t>
            </a: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8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 pitchFamily="2" charset="0"/>
                <a:ea typeface="Roboto" pitchFamily="2" charset="0"/>
              </a:rPr>
              <a:t>4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bằng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tay</a:t>
            </a:r>
            <a:r>
              <a:rPr lang="en-US" dirty="0">
                <a:latin typeface="Roboto" pitchFamily="2" charset="0"/>
                <a:ea typeface="Roboto" pitchFamily="2" charset="0"/>
              </a:rPr>
              <a:t> (Manual testing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)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311699" y="1362025"/>
            <a:ext cx="8422725" cy="1924100"/>
          </a:xfrm>
        </p:spPr>
        <p:txBody>
          <a:bodyPr/>
          <a:lstStyle/>
          <a:p>
            <a:pPr algn="just"/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Việc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nghiệm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một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phầm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mềm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hoàn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toàn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được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làm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bằng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tay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bởi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người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tester.</a:t>
            </a:r>
          </a:p>
          <a:p>
            <a:endParaRPr lang="en-US" sz="1800" dirty="0" smtClean="0">
              <a:latin typeface="Roboto" pitchFamily="2" charset="0"/>
              <a:ea typeface="Roboto" pitchFamily="2" charset="0"/>
            </a:endParaRP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311700" y="1057225"/>
            <a:ext cx="7365450" cy="1085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2050" name="Picture 2" descr="C:\Users\LeHieu\Downloads\guide-for-manual-testing_1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2264186"/>
            <a:ext cx="3219450" cy="1931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11699" y="2511701"/>
            <a:ext cx="4974675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317500" algn="just">
              <a:lnSpc>
                <a:spcPct val="115000"/>
              </a:lnSpc>
              <a:buSzPts val="1400"/>
              <a:buFont typeface="Roboto"/>
              <a:buChar char="●"/>
            </a:pP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Tester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sẽ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thực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hiện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các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trường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hợp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và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tạo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báo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cáo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hoàn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toàn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thủ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công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mà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không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có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bất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kỳ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sự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trợ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giúp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của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công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cụ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tự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động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nào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70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 pitchFamily="2" charset="0"/>
                <a:ea typeface="Roboto" pitchFamily="2" charset="0"/>
              </a:rPr>
              <a:t>5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tự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động</a:t>
            </a:r>
            <a:r>
              <a:rPr lang="en-US" dirty="0">
                <a:latin typeface="Roboto" pitchFamily="2" charset="0"/>
                <a:ea typeface="Roboto" pitchFamily="2" charset="0"/>
              </a:rPr>
              <a:t> (Automation testing)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150" y="1476325"/>
            <a:ext cx="3999900" cy="1295450"/>
          </a:xfrm>
        </p:spPr>
        <p:txBody>
          <a:bodyPr/>
          <a:lstStyle/>
          <a:p>
            <a:pPr algn="just"/>
            <a:r>
              <a:rPr lang="en-US" sz="1800" dirty="0">
                <a:latin typeface="Roboto" pitchFamily="2" charset="0"/>
                <a:ea typeface="Roboto" pitchFamily="2" charset="0"/>
              </a:rPr>
              <a:t>V</a:t>
            </a:r>
            <a:r>
              <a:rPr lang="vi-VN" sz="1800" dirty="0">
                <a:latin typeface="Roboto" pitchFamily="2" charset="0"/>
                <a:ea typeface="Roboto" pitchFamily="2" charset="0"/>
              </a:rPr>
              <a:t>ề cơ bản là một quá trình tự động hóa của một quy trình kiểm thử thủ </a:t>
            </a:r>
            <a:r>
              <a:rPr lang="vi-VN" sz="1800" dirty="0" smtClean="0">
                <a:latin typeface="Roboto" pitchFamily="2" charset="0"/>
                <a:ea typeface="Roboto" pitchFamily="2" charset="0"/>
              </a:rPr>
              <a:t>công</a:t>
            </a:r>
            <a:endParaRPr lang="en-US" sz="1800" dirty="0" smtClean="0">
              <a:latin typeface="Roboto" pitchFamily="2" charset="0"/>
              <a:ea typeface="Roboto" pitchFamily="2" charset="0"/>
            </a:endParaRPr>
          </a:p>
          <a:p>
            <a:pPr algn="just"/>
            <a:endParaRPr lang="en-US" sz="1800" dirty="0">
              <a:latin typeface="Roboto" pitchFamily="2" charset="0"/>
              <a:ea typeface="Roboto" pitchFamily="2" charset="0"/>
            </a:endParaRPr>
          </a:p>
          <a:p>
            <a:pPr algn="just"/>
            <a:endParaRPr lang="en-US" dirty="0" smtClean="0">
              <a:latin typeface="Roboto" pitchFamily="2" charset="0"/>
              <a:ea typeface="Roboto" pitchFamily="2" charset="0"/>
            </a:endParaRPr>
          </a:p>
          <a:p>
            <a:pPr algn="just"/>
            <a:endParaRPr lang="en-US" dirty="0" smtClean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074" name="Picture 2" descr="C:\Users\LeHieu\Downloads\ky-nguyen-robot-tu-dong-hoa-hay-lui-tan-63718202337.719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530" y="1653930"/>
            <a:ext cx="3333646" cy="2220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276225" y="2819400"/>
            <a:ext cx="4572000" cy="10479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317500" algn="just">
              <a:lnSpc>
                <a:spcPct val="115000"/>
              </a:lnSpc>
              <a:buSzPts val="1400"/>
              <a:buFont typeface="Roboto"/>
              <a:buChar char="●"/>
            </a:pP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Người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tester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sẽ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phải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viết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các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kịch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bản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,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sau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đó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sử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dụng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các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  <a:cs typeface="Roboto"/>
                <a:sym typeface="Roboto"/>
              </a:rPr>
              <a:t>công</a:t>
            </a:r>
            <a:r>
              <a:rPr lang="en-US" sz="1800" dirty="0" smtClean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  <a:cs typeface="Roboto"/>
                <a:sym typeface="Roboto"/>
              </a:rPr>
              <a:t>cụ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  <a:cs typeface="Roboto"/>
                <a:sym typeface="Roboto"/>
              </a:rPr>
              <a:t>hỗ</a:t>
            </a:r>
            <a:r>
              <a:rPr lang="en-US" sz="1800" dirty="0" smtClean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trợ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để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thực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hiện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  <a:cs typeface="Roboto"/>
                <a:sym typeface="Roboto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  <a:cs typeface="Roboto"/>
                <a:sym typeface="Roboto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8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175" y="102125"/>
            <a:ext cx="8520600" cy="572700"/>
          </a:xfrm>
        </p:spPr>
        <p:txBody>
          <a:bodyPr/>
          <a:lstStyle/>
          <a:p>
            <a:r>
              <a:rPr lang="en-US" dirty="0" smtClean="0">
                <a:latin typeface="Roboto" pitchFamily="2" charset="0"/>
                <a:ea typeface="Roboto" pitchFamily="2" charset="0"/>
              </a:rPr>
              <a:t>So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sánh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tự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động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và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kiểm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bằng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tay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4441061"/>
              </p:ext>
            </p:extLst>
          </p:nvPr>
        </p:nvGraphicFramePr>
        <p:xfrm>
          <a:off x="361947" y="729996"/>
          <a:ext cx="8458202" cy="409560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229101"/>
                <a:gridCol w="4229101"/>
              </a:tblGrid>
              <a:tr h="439629"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Kiểm</a:t>
                      </a:r>
                      <a:r>
                        <a:rPr lang="en-US" sz="2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 </a:t>
                      </a:r>
                      <a:r>
                        <a:rPr lang="en-US" sz="24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thử</a:t>
                      </a:r>
                      <a:r>
                        <a:rPr lang="en-US" sz="2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 </a:t>
                      </a:r>
                      <a:r>
                        <a:rPr lang="en-US" sz="24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bằng</a:t>
                      </a:r>
                      <a:r>
                        <a:rPr lang="en-US" sz="2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 </a:t>
                      </a:r>
                      <a:r>
                        <a:rPr lang="en-US" sz="2400" b="1" i="0" u="none" strike="noStrike" cap="none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tay</a:t>
                      </a:r>
                      <a:r>
                        <a:rPr lang="en-US" sz="2400" b="1" i="0" u="none" strike="noStrike" cap="none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Fira Sans"/>
                        </a:rPr>
                        <a:t> </a:t>
                      </a:r>
                      <a:endParaRPr lang="en-US" sz="2400" b="1" i="0" u="none" strike="noStrike" cap="none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 err="1" smtClean="0">
                          <a:sym typeface="Fira Sans"/>
                        </a:rPr>
                        <a:t>Kiểm</a:t>
                      </a:r>
                      <a:r>
                        <a:rPr lang="en-US" sz="2400" dirty="0" smtClean="0">
                          <a:sym typeface="Fira Sans"/>
                        </a:rPr>
                        <a:t> </a:t>
                      </a:r>
                      <a:r>
                        <a:rPr lang="en-US" sz="2400" dirty="0" err="1" smtClean="0">
                          <a:sym typeface="Fira Sans"/>
                        </a:rPr>
                        <a:t>thử</a:t>
                      </a:r>
                      <a:r>
                        <a:rPr lang="en-US" sz="2400" dirty="0" smtClean="0">
                          <a:sym typeface="Fira Sans"/>
                        </a:rPr>
                        <a:t> </a:t>
                      </a:r>
                      <a:r>
                        <a:rPr lang="en-US" sz="2400" dirty="0" err="1" smtClean="0">
                          <a:sym typeface="Fira Sans"/>
                        </a:rPr>
                        <a:t>tự</a:t>
                      </a:r>
                      <a:r>
                        <a:rPr lang="en-US" sz="2400" dirty="0" smtClean="0">
                          <a:sym typeface="Fira Sans"/>
                        </a:rPr>
                        <a:t> </a:t>
                      </a:r>
                      <a:r>
                        <a:rPr lang="en-US" sz="2400" dirty="0" err="1" smtClean="0">
                          <a:sym typeface="Fira Sans"/>
                        </a:rPr>
                        <a:t>động</a:t>
                      </a:r>
                      <a:endParaRPr lang="en-US" sz="2400" dirty="0" smtClean="0">
                        <a:sym typeface="Fira Sans"/>
                      </a:endParaRPr>
                    </a:p>
                  </a:txBody>
                  <a:tcPr/>
                </a:tc>
              </a:tr>
              <a:tr h="784479"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Roboto"/>
                        </a:rPr>
                        <a:t>Tốn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nhiều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thời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gian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và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nguồn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nhân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Roboto"/>
                        </a:rPr>
                        <a:t>lực</a:t>
                      </a:r>
                      <a:r>
                        <a:rPr lang="en-US" sz="1800" u="none" strike="noStrike" cap="none" dirty="0" smtClean="0">
                          <a:sym typeface="Roboto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Thời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gian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kiểm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thử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rút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ngắn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hơn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so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với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 Manual testing.</a:t>
                      </a:r>
                    </a:p>
                  </a:txBody>
                  <a:tcPr/>
                </a:tc>
              </a:tr>
              <a:tr h="977075"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Kết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quả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kiểm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thử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có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khả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năng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xảy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ra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lỗi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của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con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người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Kết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quả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kiểm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thử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đáng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tin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cậy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vì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nó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được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thực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hiện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bằng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các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công</a:t>
                      </a:r>
                      <a:r>
                        <a:rPr lang="en-US" sz="1800" u="none" strike="noStrike" cap="none" baseline="0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baseline="0" dirty="0" err="1" smtClean="0">
                          <a:sym typeface="Arial"/>
                        </a:rPr>
                        <a:t>cụ</a:t>
                      </a:r>
                      <a:r>
                        <a:rPr lang="en-US" sz="1800" u="none" strike="noStrike" cap="none" baseline="0" dirty="0" smtClean="0">
                          <a:sym typeface="Arial"/>
                        </a:rPr>
                        <a:t>.</a:t>
                      </a:r>
                      <a:endParaRPr lang="en-US" sz="1800" u="none" strike="noStrike" cap="none" dirty="0" smtClean="0">
                        <a:sym typeface="Arial"/>
                      </a:endParaRPr>
                    </a:p>
                  </a:txBody>
                  <a:tcPr/>
                </a:tc>
              </a:tr>
              <a:tr h="899774"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Không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cần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có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kiến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thức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lập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trình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vẫn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có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thể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thực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hiện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Yêu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cầu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phải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có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kiến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thức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lập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trình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.</a:t>
                      </a:r>
                    </a:p>
                  </a:txBody>
                  <a:tcPr/>
                </a:tc>
              </a:tr>
              <a:tr h="977075"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Hữu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ích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khi</a:t>
                      </a:r>
                      <a:r>
                        <a:rPr lang="en-US" sz="1800" u="none" strike="noStrike" cap="none" baseline="0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thực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hiện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chạy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kịch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bản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một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hoặc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hai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lần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3970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None/>
                        <a:tabLst/>
                        <a:defRPr/>
                      </a:pPr>
                      <a:r>
                        <a:rPr lang="en-US" sz="1800" u="none" strike="noStrike" cap="none" dirty="0" err="1" smtClean="0">
                          <a:sym typeface="Arial"/>
                        </a:rPr>
                        <a:t>Hữu</a:t>
                      </a:r>
                      <a:r>
                        <a:rPr lang="en-US" sz="1800" u="none" strike="noStrike" cap="none" baseline="0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baseline="0" dirty="0" err="1" smtClean="0">
                          <a:sym typeface="Arial"/>
                        </a:rPr>
                        <a:t>ích</a:t>
                      </a:r>
                      <a:r>
                        <a:rPr lang="en-US" sz="1800" u="none" strike="noStrike" cap="none" baseline="0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khi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thường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xuyên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thực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hiện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chạy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lại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một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kịch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bản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nhiều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nhiều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 smtClean="0">
                          <a:sym typeface="Arial"/>
                        </a:rPr>
                        <a:t>lần</a:t>
                      </a:r>
                      <a:r>
                        <a:rPr lang="en-US" sz="1800" u="none" strike="noStrike" cap="none" dirty="0" smtClean="0">
                          <a:sym typeface="Arial"/>
                        </a:rPr>
                        <a:t>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88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511700"/>
            <a:ext cx="8520600" cy="572700"/>
          </a:xfrm>
        </p:spPr>
        <p:txBody>
          <a:bodyPr/>
          <a:lstStyle/>
          <a:p>
            <a:r>
              <a:rPr lang="en-US" dirty="0" smtClean="0">
                <a:latin typeface="Roboto" pitchFamily="2" charset="0"/>
                <a:ea typeface="Roboto" pitchFamily="2" charset="0"/>
              </a:rPr>
              <a:t>6.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Tìm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hiểu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về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Katalon</a:t>
            </a:r>
            <a:r>
              <a:rPr lang="en-US" dirty="0">
                <a:latin typeface="Roboto" pitchFamily="2" charset="0"/>
                <a:ea typeface="Roboto" pitchFamily="2" charset="0"/>
              </a:rPr>
              <a:t> Studio.</a:t>
            </a:r>
            <a:br>
              <a:rPr lang="en-US" dirty="0">
                <a:latin typeface="Roboto" pitchFamily="2" charset="0"/>
                <a:ea typeface="Roboto" pitchFamily="2" charset="0"/>
              </a:rPr>
            </a:br>
            <a:r>
              <a:rPr lang="en-US" dirty="0">
                <a:latin typeface="Roboto" pitchFamily="2" charset="0"/>
                <a:ea typeface="Roboto" pitchFamily="2" charset="0"/>
              </a:rPr>
              <a:t>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174" y="1395386"/>
            <a:ext cx="4250775" cy="2238425"/>
          </a:xfrm>
        </p:spPr>
        <p:txBody>
          <a:bodyPr/>
          <a:lstStyle/>
          <a:p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Là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một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giải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pháp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tự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động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được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phát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triển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bởi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Katalon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LLC.</a:t>
            </a:r>
            <a:br>
              <a:rPr lang="en-US" sz="1800" dirty="0">
                <a:latin typeface="Roboto" pitchFamily="2" charset="0"/>
                <a:ea typeface="Roboto" pitchFamily="2" charset="0"/>
              </a:rPr>
            </a:br>
            <a:endParaRPr lang="en-US" sz="1800" dirty="0" smtClean="0">
              <a:latin typeface="Roboto" pitchFamily="2" charset="0"/>
              <a:ea typeface="Roboto" pitchFamily="2" charset="0"/>
            </a:endParaRPr>
          </a:p>
          <a:p>
            <a:pPr algn="just"/>
            <a:r>
              <a:rPr lang="en-US" sz="1800" dirty="0" err="1">
                <a:latin typeface="Roboto" pitchFamily="2" charset="0"/>
                <a:ea typeface="Roboto" pitchFamily="2" charset="0"/>
              </a:rPr>
              <a:t>Phần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mềm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này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được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xây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dựng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dựa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với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giao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diện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chuyên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dụng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để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kiểm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ứng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dụng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web, 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di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động</a:t>
            </a:r>
            <a:endParaRPr lang="en-US" sz="1800" dirty="0">
              <a:latin typeface="Roboto" pitchFamily="2" charset="0"/>
              <a:ea typeface="Roboto" pitchFamily="2" charset="0"/>
            </a:endParaRP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4098" name="Picture 2" descr="C:\Users\LeHieu\Downloads\Automation-Testing-using-Katalon-Studi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4194" y="1080654"/>
            <a:ext cx="4344713" cy="2867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4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330725"/>
            <a:ext cx="8520600" cy="572700"/>
          </a:xfrm>
        </p:spPr>
        <p:txBody>
          <a:bodyPr/>
          <a:lstStyle/>
          <a:p>
            <a:pPr marL="342900" indent="-342900">
              <a:lnSpc>
                <a:spcPct val="150000"/>
              </a:lnSpc>
            </a:pPr>
            <a:r>
              <a:rPr lang="en-US" dirty="0">
                <a:latin typeface="Roboto" pitchFamily="2" charset="0"/>
                <a:ea typeface="Roboto" pitchFamily="2" charset="0"/>
              </a:rPr>
              <a:t>4.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Tìm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hiểu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về</a:t>
            </a:r>
            <a:r>
              <a:rPr lang="en-US" dirty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>
                <a:latin typeface="Roboto" pitchFamily="2" charset="0"/>
                <a:ea typeface="Roboto" pitchFamily="2" charset="0"/>
              </a:rPr>
              <a:t>Katalon</a:t>
            </a:r>
            <a:r>
              <a:rPr lang="en-US" dirty="0">
                <a:latin typeface="Roboto" pitchFamily="2" charset="0"/>
                <a:ea typeface="Roboto" pitchFamily="2" charset="0"/>
              </a:rPr>
              <a:t> Studio.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648" y="1085870"/>
            <a:ext cx="7613101" cy="3505200"/>
          </a:xfrm>
        </p:spPr>
        <p:txBody>
          <a:bodyPr/>
          <a:lstStyle/>
          <a:p>
            <a:r>
              <a:rPr lang="en-US" sz="1800" dirty="0" err="1">
                <a:latin typeface="Roboto" pitchFamily="2" charset="0"/>
                <a:ea typeface="Roboto" pitchFamily="2" charset="0"/>
              </a:rPr>
              <a:t>Phần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mềm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miễn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phí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dạng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cơ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bản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.</a:t>
            </a:r>
            <a:endParaRPr lang="en-US" sz="1800" dirty="0">
              <a:latin typeface="Roboto" pitchFamily="2" charset="0"/>
              <a:ea typeface="Roboto" pitchFamily="2" charset="0"/>
            </a:endParaRPr>
          </a:p>
          <a:p>
            <a:pPr lvl="0"/>
            <a:endParaRPr lang="en-US" sz="1800" dirty="0" smtClean="0">
              <a:latin typeface="Roboto" pitchFamily="2" charset="0"/>
              <a:ea typeface="Roboto" pitchFamily="2" charset="0"/>
            </a:endParaRPr>
          </a:p>
          <a:p>
            <a:r>
              <a:rPr lang="en-US" sz="1800" dirty="0" err="1">
                <a:latin typeface="Roboto" pitchFamily="2" charset="0"/>
                <a:ea typeface="Roboto" pitchFamily="2" charset="0"/>
              </a:rPr>
              <a:t>Dễ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dàng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tích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hợp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với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Jenkins, GIT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và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JIRA.</a:t>
            </a:r>
          </a:p>
          <a:p>
            <a:endParaRPr lang="en-US" sz="1800" dirty="0">
              <a:latin typeface="Roboto" pitchFamily="2" charset="0"/>
              <a:ea typeface="Roboto" pitchFamily="2" charset="0"/>
            </a:endParaRPr>
          </a:p>
          <a:p>
            <a:r>
              <a:rPr lang="en-US" sz="1800" dirty="0" smtClean="0">
                <a:latin typeface="Roboto" pitchFamily="2" charset="0"/>
                <a:ea typeface="Roboto" pitchFamily="2" charset="0"/>
              </a:rPr>
              <a:t>Record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lại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hành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động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và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tạo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script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tự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động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bằng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từ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khóa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tích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hợp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.</a:t>
            </a:r>
          </a:p>
          <a:p>
            <a:pPr marL="139700" lvl="0" indent="0">
              <a:buNone/>
            </a:pPr>
            <a:endParaRPr lang="en-US" sz="1800" dirty="0">
              <a:latin typeface="Roboto" pitchFamily="2" charset="0"/>
              <a:ea typeface="Roboto" pitchFamily="2" charset="0"/>
            </a:endParaRPr>
          </a:p>
          <a:p>
            <a:pPr lvl="0"/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Hỗ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trợ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đầy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đủ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thử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nghiệm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trên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Web, Android,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iOS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.</a:t>
            </a:r>
          </a:p>
          <a:p>
            <a:pPr lvl="0"/>
            <a:endParaRPr lang="en-US" sz="1800" dirty="0">
              <a:latin typeface="Roboto" pitchFamily="2" charset="0"/>
              <a:ea typeface="Roboto" pitchFamily="2" charset="0"/>
            </a:endParaRPr>
          </a:p>
          <a:p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Chạy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 smtClean="0">
                <a:latin typeface="Roboto" pitchFamily="2" charset="0"/>
                <a:ea typeface="Roboto" pitchFamily="2" charset="0"/>
              </a:rPr>
              <a:t>được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trên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nhiều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trình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 </a:t>
            </a:r>
            <a:r>
              <a:rPr lang="en-US" sz="1800" dirty="0" err="1">
                <a:latin typeface="Roboto" pitchFamily="2" charset="0"/>
                <a:ea typeface="Roboto" pitchFamily="2" charset="0"/>
              </a:rPr>
              <a:t>duyệt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. 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(Mozilla Firefox, Google Chrome</a:t>
            </a:r>
            <a:r>
              <a:rPr lang="en-US" sz="1800" dirty="0" smtClean="0">
                <a:latin typeface="Roboto" pitchFamily="2" charset="0"/>
                <a:ea typeface="Roboto" pitchFamily="2" charset="0"/>
              </a:rPr>
              <a:t>, Microsoft Edge, </a:t>
            </a:r>
            <a:r>
              <a:rPr lang="en-US" sz="1800" dirty="0">
                <a:latin typeface="Roboto" pitchFamily="2" charset="0"/>
                <a:ea typeface="Roboto" pitchFamily="2" charset="0"/>
              </a:rPr>
              <a:t>Safari)</a:t>
            </a:r>
          </a:p>
          <a:p>
            <a:endParaRPr lang="en-US" b="1" dirty="0">
              <a:latin typeface="Roboto" pitchFamily="2" charset="0"/>
              <a:ea typeface="Roboto" pitchFamily="2" charset="0"/>
            </a:endParaRPr>
          </a:p>
          <a:p>
            <a:endParaRPr lang="en-US" b="1" dirty="0">
              <a:latin typeface="Roboto" pitchFamily="2" charset="0"/>
              <a:ea typeface="Roboto" pitchFamily="2" charset="0"/>
            </a:endParaRPr>
          </a:p>
          <a:p>
            <a:pPr lvl="0"/>
            <a:endParaRPr lang="en-US" dirty="0" smtClean="0">
              <a:latin typeface="Roboto" pitchFamily="2" charset="0"/>
              <a:ea typeface="Roboto" pitchFamily="2" charset="0"/>
            </a:endParaRPr>
          </a:p>
          <a:p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4098" name="Picture 2" descr="C:\Users\LeHieu\Downloads\Automation-Testing-using-Katalon-Studio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914" y="0"/>
            <a:ext cx="2789086" cy="184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96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Roboto" pitchFamily="2" charset="0"/>
                <a:ea typeface="Roboto" pitchFamily="2" charset="0"/>
              </a:rPr>
              <a:t>Giao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diện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Katalon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Studio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7808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6199" cy="49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793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6199" cy="49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257174"/>
            <a:ext cx="3657600" cy="274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3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6199" cy="49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52401" y="542925"/>
            <a:ext cx="2171700" cy="41719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5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6199" cy="49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390775" y="542925"/>
            <a:ext cx="6572250" cy="274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5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6199" cy="49418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458673" y="3486149"/>
            <a:ext cx="1114425" cy="22860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51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Roboto" pitchFamily="2" charset="0"/>
                <a:ea typeface="Roboto" pitchFamily="2" charset="0"/>
              </a:rPr>
              <a:t>Chạy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thử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ứng</a:t>
            </a:r>
            <a:r>
              <a:rPr lang="en-US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dirty="0" err="1" smtClean="0">
                <a:latin typeface="Roboto" pitchFamily="2" charset="0"/>
                <a:ea typeface="Roboto" pitchFamily="2" charset="0"/>
              </a:rPr>
              <a:t>dụng</a:t>
            </a:r>
            <a:endParaRPr lang="en-US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2006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80703"/>
            <a:ext cx="8149125" cy="841800"/>
          </a:xfrm>
        </p:spPr>
        <p:txBody>
          <a:bodyPr/>
          <a:lstStyle/>
          <a:p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tra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chức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năng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thêm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phiếu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điều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tra</a:t>
            </a:r>
            <a:endParaRPr lang="en-US" sz="2800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73296"/>
              </p:ext>
            </p:extLst>
          </p:nvPr>
        </p:nvGraphicFramePr>
        <p:xfrm>
          <a:off x="676275" y="1066800"/>
          <a:ext cx="7772400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786"/>
                <a:gridCol w="5957614"/>
              </a:tblGrid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Bước</a:t>
                      </a:r>
                      <a:r>
                        <a:rPr lang="en-US" sz="1800" u="none" strike="noStrike" baseline="0" dirty="0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thực</a:t>
                      </a:r>
                      <a:r>
                        <a:rPr lang="en-US" sz="1800" u="none" strike="noStrike" baseline="0" dirty="0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hiện</a:t>
                      </a:r>
                      <a:endParaRPr lang="vi-VN" sz="1800" u="none" strike="noStrike" dirty="0"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Mô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tả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751194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1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>
                          <a:effectLst/>
                          <a:latin typeface="Roboto" pitchFamily="2" charset="0"/>
                          <a:ea typeface="Roboto" pitchFamily="2" charset="0"/>
                        </a:rPr>
                        <a:t>truy cập thành công vào đường dẫn https://elibot.esoft.edu.vn</a:t>
                      </a:r>
                      <a:endParaRPr lang="vi-VN" sz="1800" b="0" i="0" u="none" strike="noStrike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1407876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2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Đăng nhập bằng Gmail: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Nhập địa chỉ mail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Nhập mật khẩu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79796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>
                          <a:effectLst/>
                          <a:latin typeface="Roboto" pitchFamily="2" charset="0"/>
                          <a:ea typeface="Roboto" pitchFamily="2" charset="0"/>
                        </a:rPr>
                        <a:t>Bước 3</a:t>
                      </a:r>
                      <a:endParaRPr lang="vi-VN" sz="1800" b="0" i="0" u="none" strike="noStrike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Vào giao diện phần mềm bằng đường đẫn https://elibot.esoft.edu.vn/dieutra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86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80703"/>
            <a:ext cx="8149125" cy="841800"/>
          </a:xfrm>
        </p:spPr>
        <p:txBody>
          <a:bodyPr/>
          <a:lstStyle/>
          <a:p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Kiểm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tra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chức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năng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thêm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phiếu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điều</a:t>
            </a:r>
            <a:r>
              <a:rPr lang="en-US" sz="2800" dirty="0" smtClean="0">
                <a:latin typeface="Roboto" pitchFamily="2" charset="0"/>
                <a:ea typeface="Roboto" pitchFamily="2" charset="0"/>
              </a:rPr>
              <a:t> </a:t>
            </a:r>
            <a:r>
              <a:rPr lang="en-US" sz="2800" dirty="0" err="1" smtClean="0">
                <a:latin typeface="Roboto" pitchFamily="2" charset="0"/>
                <a:ea typeface="Roboto" pitchFamily="2" charset="0"/>
              </a:rPr>
              <a:t>tra</a:t>
            </a:r>
            <a:endParaRPr lang="en-US" sz="2800" dirty="0">
              <a:latin typeface="Roboto" pitchFamily="2" charset="0"/>
              <a:ea typeface="Robo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DB57703B-1080-5F4E-82A7-EC27FDBB33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37853"/>
            <a:ext cx="1314450" cy="51002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871155"/>
              </p:ext>
            </p:extLst>
          </p:nvPr>
        </p:nvGraphicFramePr>
        <p:xfrm>
          <a:off x="676275" y="1066800"/>
          <a:ext cx="7772400" cy="38301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14786"/>
                <a:gridCol w="5957614"/>
              </a:tblGrid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Bước</a:t>
                      </a:r>
                      <a:r>
                        <a:rPr lang="en-US" sz="1800" u="none" strike="noStrike" baseline="0" dirty="0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thực</a:t>
                      </a:r>
                      <a:r>
                        <a:rPr lang="en-US" sz="1800" u="none" strike="noStrike" baseline="0" dirty="0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baseline="0" dirty="0" err="1" smtClean="0">
                          <a:effectLst/>
                          <a:latin typeface="Roboto" pitchFamily="2" charset="0"/>
                          <a:ea typeface="Roboto" pitchFamily="2" charset="0"/>
                        </a:rPr>
                        <a:t>hiện</a:t>
                      </a:r>
                      <a:endParaRPr lang="vi-VN" sz="1800" u="none" strike="noStrike" dirty="0"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Mô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tả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4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Chọn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tổ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thôn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xóm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/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khu</a:t>
                      </a:r>
                      <a:r>
                        <a:rPr lang="en-US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Roboto" pitchFamily="2" charset="0"/>
                          <a:ea typeface="Roboto" pitchFamily="2" charset="0"/>
                        </a:rPr>
                        <a:t>phố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5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Chọn chức năng tra cứu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6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>
                          <a:effectLst/>
                          <a:latin typeface="Roboto" pitchFamily="2" charset="0"/>
                          <a:ea typeface="Roboto" pitchFamily="2" charset="0"/>
                        </a:rPr>
                        <a:t>Chọn chức năng thêm phiếu điều tra</a:t>
                      </a:r>
                      <a:endParaRPr lang="vi-VN" sz="1800" b="0" i="0" u="none" strike="noStrike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177353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Bước 7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Tại giao diện chức năng thêm phiếu điều tra nhập các thông tin: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Họ chủ hộ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Tên chủ hộ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Ngày sinh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+ Số Phiếu</a:t>
                      </a:r>
                      <a:b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</a:b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  <a:tr h="380530">
                <a:tc>
                  <a:txBody>
                    <a:bodyPr/>
                    <a:lstStyle/>
                    <a:p>
                      <a:pPr algn="ctr" fontAlgn="ctr"/>
                      <a:r>
                        <a:rPr lang="vi-VN" sz="1800" u="none" strike="noStrike">
                          <a:effectLst/>
                          <a:latin typeface="Roboto" pitchFamily="2" charset="0"/>
                          <a:ea typeface="Roboto" pitchFamily="2" charset="0"/>
                        </a:rPr>
                        <a:t>Bước 8</a:t>
                      </a:r>
                      <a:endParaRPr lang="vi-VN" sz="1800" b="0" i="0" u="none" strike="noStrike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vi-VN" sz="1800" u="none" strike="noStrike" dirty="0">
                          <a:effectLst/>
                          <a:latin typeface="Roboto" pitchFamily="2" charset="0"/>
                          <a:ea typeface="Roboto" pitchFamily="2" charset="0"/>
                        </a:rPr>
                        <a:t>Chọn chức năng lưu phiếu</a:t>
                      </a:r>
                      <a:endParaRPr lang="vi-VN" sz="1800" b="0" i="0" u="none" strike="noStrike" dirty="0">
                        <a:solidFill>
                          <a:srgbClr val="000000"/>
                        </a:solidFill>
                        <a:effectLst/>
                        <a:latin typeface="Roboto" pitchFamily="2" charset="0"/>
                        <a:ea typeface="Roboto" pitchFamily="2" charset="0"/>
                      </a:endParaRPr>
                    </a:p>
                  </a:txBody>
                  <a:tcPr marL="7300" marR="7300" marT="730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333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097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duct Overview Infographics by Slidesgo">
  <a:themeElements>
    <a:clrScheme name="Simple Light">
      <a:dk1>
        <a:srgbClr val="000000"/>
      </a:dk1>
      <a:lt1>
        <a:srgbClr val="FFFFFF"/>
      </a:lt1>
      <a:dk2>
        <a:srgbClr val="B39DDB"/>
      </a:dk2>
      <a:lt2>
        <a:srgbClr val="FFB74D"/>
      </a:lt2>
      <a:accent1>
        <a:srgbClr val="5AADAC"/>
      </a:accent1>
      <a:accent2>
        <a:srgbClr val="2B8B87"/>
      </a:accent2>
      <a:accent3>
        <a:srgbClr val="86C4C4"/>
      </a:accent3>
      <a:accent4>
        <a:srgbClr val="90A4AE"/>
      </a:accent4>
      <a:accent5>
        <a:srgbClr val="78909C"/>
      </a:accent5>
      <a:accent6>
        <a:srgbClr val="B0BEC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900</TotalTime>
  <Words>976</Words>
  <Application>Microsoft Office PowerPoint</Application>
  <PresentationFormat>On-screen Show (16:9)</PresentationFormat>
  <Paragraphs>112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Roboto</vt:lpstr>
      <vt:lpstr>Fira Sans</vt:lpstr>
      <vt:lpstr>Product Overview Infographics by Slidesgo</vt:lpstr>
      <vt:lpstr>PowerPoint Presentation</vt:lpstr>
      <vt:lpstr>Nội dung</vt:lpstr>
      <vt:lpstr>1. Quy trình xây dựng phần mềm</vt:lpstr>
      <vt:lpstr>2. Kiểm tra, kiểm thử là gì ? </vt:lpstr>
      <vt:lpstr>PowerPoint Presentation</vt:lpstr>
      <vt:lpstr>4 Kiểm thử bằng tay (Manual testing)</vt:lpstr>
      <vt:lpstr>5 Kiểm thử tự động (Automation testing)</vt:lpstr>
      <vt:lpstr>So sánh kiểm thử tự động và kiểm thử bằng tay</vt:lpstr>
      <vt:lpstr>6. Tìm hiểu về Katalon Studio.  </vt:lpstr>
      <vt:lpstr>4. Tìm hiểu về Katalon Studio.</vt:lpstr>
      <vt:lpstr>Giao diện Katalon Studio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Chạy thử ứng dụng</vt:lpstr>
      <vt:lpstr>Kiểm tra chức năng thêm phiếu điều tra</vt:lpstr>
      <vt:lpstr>Kiểm tra chức năng thêm phiếu điều tra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Overview Infographics</dc:title>
  <cp:lastModifiedBy>LeHieu</cp:lastModifiedBy>
  <cp:revision>84</cp:revision>
  <dcterms:modified xsi:type="dcterms:W3CDTF">2021-03-22T03:46:20Z</dcterms:modified>
</cp:coreProperties>
</file>